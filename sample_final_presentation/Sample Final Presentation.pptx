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62"/>
  </p:normalViewPr>
  <p:slideViewPr>
    <p:cSldViewPr snapToGrid="0" snapToObjects="1">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drought.gov/drought/california-no-stranger-dry-conditions-drought-2011-2017-was-exceptional"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 name="Google Shape;4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Event Attribution study looking at the role of humans in causing the California drought in the early 2010s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0614c74ff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0614c74fff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 name="Google Shape;53;g10614c74fff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0614c74ff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 name="Google Shape;65;g10614c74fff_0_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0614c74ff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10614c74fff_0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0614c74ff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 name="Google Shape;79;g10614c74fff_0_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0614c74fff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10614c74fff_0_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0614c74fff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g10614c74fff_0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0614c74fff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10614c74fff_0_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0614c74fff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 name="Google Shape;117;g10614c74fff_0_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0614c74fff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10614c74fff_0_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0614c74fff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10614c74fff_0_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10614c74fff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10614c74fff_0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0614c74fff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10614c74fff_0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0538157afa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10538157afa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0538157afa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g10538157afa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10538157afa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g10538157afa_0_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The authors postulate that long term warming caused by humans has altered the probability that precipitation deficits yield extreme drought in California.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1" name="Google Shape;19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10538157afa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 name="Google Shape;197;g10538157afa_0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10538157afa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g10538157afa_0_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0538157afa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g10538157afa_0_7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10538157afa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g10538157afa_0_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0538157afa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6" name="Google Shape;236;g10538157afa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10538157afa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5" name="Google Shape;245;g10538157afa_0_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0538157afa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g10538157afa_0_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0538157afa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g10538157afa_0_1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10538157afa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1" name="Google Shape;271;g10538157afa_0_1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10538157afa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7" name="Google Shape;277;g10538157afa_0_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Source: </a:t>
            </a:r>
            <a:r>
              <a:rPr lang="en" u="sng">
                <a:solidFill>
                  <a:schemeClr val="hlink"/>
                </a:solidFill>
                <a:hlinkClick r:id="rId3"/>
              </a:rPr>
              <a:t>https://www.drought.gov/drought/california-no-stranger-dry-conditions-drought-2011-2017-was-exceptional</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With that definition in mind, brings us to the context of the paper —&gt; California drought, technically lasted 2011-2017 but the driest years on instrumental record were were 2011-2015. California saw all 4 types of droughts and had a large impact across the state, particularly on agriculture and water use. </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Note: this paper was written in 2014, published 2015 (so only looks at data up to 2014) </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0538157afa_0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g10538157afa_0_1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0538157afa_0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g10538157afa_0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400"/>
              <a:buFont typeface="Calibri"/>
              <a:buNone/>
            </a:pPr>
            <a:r>
              <a:rPr lang="en"/>
              <a:t>So what were the results of this analysis?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20 total 1-SD droughts in the 118 year period</a:t>
            </a:r>
            <a:endParaRPr/>
          </a:p>
          <a:p>
            <a:pPr marL="457200" lvl="0" indent="0" algn="l" rtl="0">
              <a:lnSpc>
                <a:spcPct val="100000"/>
              </a:lnSpc>
              <a:spcBef>
                <a:spcPts val="0"/>
              </a:spcBef>
              <a:spcAft>
                <a:spcPts val="0"/>
              </a:spcAft>
              <a:buClr>
                <a:schemeClr val="dk1"/>
              </a:buClr>
              <a:buSzPts val="1400"/>
              <a:buFont typeface="Calibri"/>
              <a:buNone/>
            </a:pPr>
            <a:r>
              <a:rPr lang="en"/>
              <a:t>14 between 1896-1994</a:t>
            </a:r>
            <a:endParaRPr/>
          </a:p>
          <a:p>
            <a:pPr marL="457200" lvl="0" indent="0" algn="l" rtl="0">
              <a:lnSpc>
                <a:spcPct val="100000"/>
              </a:lnSpc>
              <a:spcBef>
                <a:spcPts val="0"/>
              </a:spcBef>
              <a:spcAft>
                <a:spcPts val="0"/>
              </a:spcAft>
              <a:buClr>
                <a:schemeClr val="dk1"/>
              </a:buClr>
              <a:buSzPts val="1400"/>
              <a:buFont typeface="Calibri"/>
              <a:buNone/>
            </a:pPr>
            <a:r>
              <a:rPr lang="en"/>
              <a:t>6 between 1995 and 2014</a:t>
            </a:r>
            <a:endParaRPr/>
          </a:p>
          <a:p>
            <a:pPr marL="0" lvl="0" indent="0" algn="l" rtl="0">
              <a:lnSpc>
                <a:spcPct val="100000"/>
              </a:lnSpc>
              <a:spcBef>
                <a:spcPts val="0"/>
              </a:spcBef>
              <a:spcAft>
                <a:spcPts val="0"/>
              </a:spcAft>
              <a:buClr>
                <a:schemeClr val="dk1"/>
              </a:buClr>
              <a:buSzPts val="1400"/>
              <a:buFont typeface="Calibri"/>
              <a:buNone/>
            </a:pPr>
            <a:r>
              <a:rPr lang="en"/>
              <a:t> </a:t>
            </a:r>
            <a:endParaRPr/>
          </a:p>
          <a:p>
            <a:pPr marL="0" lvl="0" indent="0" algn="l" rtl="0">
              <a:lnSpc>
                <a:spcPct val="100000"/>
              </a:lnSpc>
              <a:spcBef>
                <a:spcPts val="0"/>
              </a:spcBef>
              <a:spcAft>
                <a:spcPts val="0"/>
              </a:spcAft>
              <a:buClr>
                <a:schemeClr val="dk1"/>
              </a:buClr>
              <a:buSzPts val="1400"/>
              <a:buFont typeface="Calibri"/>
              <a:buNone/>
            </a:pPr>
            <a:r>
              <a:rPr lang="en" b="1"/>
              <a:t>14% probability in nearly 100 year period</a:t>
            </a:r>
            <a:endParaRPr b="1"/>
          </a:p>
          <a:p>
            <a:pPr marL="0" lvl="0" indent="0" algn="l" rtl="0">
              <a:lnSpc>
                <a:spcPct val="100000"/>
              </a:lnSpc>
              <a:spcBef>
                <a:spcPts val="0"/>
              </a:spcBef>
              <a:spcAft>
                <a:spcPts val="0"/>
              </a:spcAft>
              <a:buClr>
                <a:schemeClr val="dk1"/>
              </a:buClr>
              <a:buSzPts val="1400"/>
              <a:buFont typeface="Calibri"/>
              <a:buNone/>
            </a:pPr>
            <a:r>
              <a:rPr lang="en" b="1"/>
              <a:t>30% probability in 9 year period </a:t>
            </a:r>
            <a:endParaRPr b="1"/>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All 20 events occured in -0.5 SD precipitation anomalies (not surprising → need moderately low precipitation for a drought to occur)</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Precipitation deficits are more likely to produce 1-SD drought in warm years</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r>
              <a:rPr lang="en"/>
              <a:t>Warm-Dry years have have occurred 2x more often in past 20 years than previous century</a:t>
            </a: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Calibri"/>
              <a:buNone/>
            </a:pPr>
            <a:r>
              <a:rPr lang="en"/>
              <a:t>The impact of increasing temperatures on processes like runoff, river and stream baseflow, groundwater, soil moisture, and evaporation over both the historical period and in response to further global warming remains a key aspect of uncertainty. </a:t>
            </a:r>
            <a:endParaRPr/>
          </a:p>
          <a:p>
            <a:pPr marL="0" lvl="0" indent="0" algn="l" rtl="0">
              <a:lnSpc>
                <a:spcPct val="115000"/>
              </a:lnSpc>
              <a:spcBef>
                <a:spcPts val="0"/>
              </a:spcBef>
              <a:spcAft>
                <a:spcPts val="0"/>
              </a:spcAft>
              <a:buClr>
                <a:schemeClr val="dk1"/>
              </a:buClr>
              <a:buSzPts val="1100"/>
              <a:buFont typeface="Calibri"/>
              <a:buNone/>
            </a:pPr>
            <a:endParaRPr/>
          </a:p>
          <a:p>
            <a:pPr marL="0" lvl="0" indent="0" algn="l" rtl="0">
              <a:lnSpc>
                <a:spcPct val="115000"/>
              </a:lnSpc>
              <a:spcBef>
                <a:spcPts val="0"/>
              </a:spcBef>
              <a:spcAft>
                <a:spcPts val="0"/>
              </a:spcAft>
              <a:buClr>
                <a:schemeClr val="dk1"/>
              </a:buClr>
              <a:buSzPts val="1100"/>
              <a:buFont typeface="Calibri"/>
              <a:buNone/>
            </a:pPr>
            <a:r>
              <a:rPr lang="en"/>
              <a:t>Climate models don’t resolve the topographic complexity of California that greatly influences the state’s temperature and precipitation. </a:t>
            </a:r>
            <a:endParaRPr/>
          </a:p>
          <a:p>
            <a:pPr marL="0" lvl="0" indent="0" algn="l" rtl="0">
              <a:lnSpc>
                <a:spcPct val="115000"/>
              </a:lnSpc>
              <a:spcBef>
                <a:spcPts val="0"/>
              </a:spcBef>
              <a:spcAft>
                <a:spcPts val="0"/>
              </a:spcAft>
              <a:buClr>
                <a:schemeClr val="dk1"/>
              </a:buClr>
              <a:buSzPts val="1100"/>
              <a:buFont typeface="Calibri"/>
              <a:buNone/>
            </a:pPr>
            <a:endParaRPr/>
          </a:p>
          <a:p>
            <a:pPr marL="0" lvl="0" indent="0" algn="l" rtl="0">
              <a:lnSpc>
                <a:spcPct val="115000"/>
              </a:lnSpc>
              <a:spcBef>
                <a:spcPts val="0"/>
              </a:spcBef>
              <a:spcAft>
                <a:spcPts val="0"/>
              </a:spcAft>
              <a:buClr>
                <a:schemeClr val="dk1"/>
              </a:buClr>
              <a:buSzPts val="1100"/>
              <a:buFont typeface="Calibri"/>
              <a:buNone/>
            </a:pPr>
            <a:r>
              <a:rPr lang="en"/>
              <a:t>Looking for increased model resolution. </a:t>
            </a:r>
            <a:endParaRPr/>
          </a:p>
          <a:p>
            <a:pPr marL="0" lvl="0" indent="0" algn="l" rtl="0">
              <a:lnSpc>
                <a:spcPct val="115000"/>
              </a:lnSpc>
              <a:spcBef>
                <a:spcPts val="0"/>
              </a:spcBef>
              <a:spcAft>
                <a:spcPts val="0"/>
              </a:spcAft>
              <a:buClr>
                <a:schemeClr val="dk1"/>
              </a:buClr>
              <a:buSzPts val="1100"/>
              <a:buFont typeface="Calibri"/>
              <a:buNone/>
            </a:pPr>
            <a:endParaRPr/>
          </a:p>
          <a:p>
            <a:pPr marL="0" lvl="0" indent="0" algn="l" rtl="0">
              <a:lnSpc>
                <a:spcPct val="115000"/>
              </a:lnSpc>
              <a:spcBef>
                <a:spcPts val="0"/>
              </a:spcBef>
              <a:spcAft>
                <a:spcPts val="0"/>
              </a:spcAft>
              <a:buClr>
                <a:schemeClr val="dk1"/>
              </a:buClr>
              <a:buSzPts val="1100"/>
              <a:buFont typeface="Calibri"/>
              <a:buNone/>
            </a:pPr>
            <a:r>
              <a:rPr lang="en"/>
              <a:t>However, it is still important to consider how anthropogenic global warming can potentially affect droughts in the state. </a:t>
            </a:r>
            <a:endParaRPr/>
          </a:p>
          <a:p>
            <a:pPr marL="0" lvl="0" indent="0" algn="l" rtl="0">
              <a:lnSpc>
                <a:spcPct val="115000"/>
              </a:lnSpc>
              <a:spcBef>
                <a:spcPts val="0"/>
              </a:spcBef>
              <a:spcAft>
                <a:spcPts val="0"/>
              </a:spcAft>
              <a:buClr>
                <a:schemeClr val="dk1"/>
              </a:buClr>
              <a:buSzPts val="1100"/>
              <a:buFont typeface="Calibri"/>
              <a:buNone/>
            </a:pPr>
            <a:r>
              <a:rPr lang="en"/>
              <a:t> </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0538157afa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4" name="Google Shape;314;g10538157afa_0_1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Calibri"/>
              <a:buNone/>
            </a:pPr>
            <a:r>
              <a:rPr lang="en"/>
              <a:t>The impact of increasing temperatures on processes like runoff, river and stream baseflow, groundwater, soil moisture, and evaporation over both the historical period and in response to further global warming remains a key aspect of uncertainty. </a:t>
            </a:r>
            <a:endParaRPr/>
          </a:p>
          <a:p>
            <a:pPr marL="0" lvl="0" indent="0" algn="l" rtl="0">
              <a:lnSpc>
                <a:spcPct val="115000"/>
              </a:lnSpc>
              <a:spcBef>
                <a:spcPts val="0"/>
              </a:spcBef>
              <a:spcAft>
                <a:spcPts val="0"/>
              </a:spcAft>
              <a:buClr>
                <a:schemeClr val="dk1"/>
              </a:buClr>
              <a:buSzPts val="1100"/>
              <a:buFont typeface="Calibri"/>
              <a:buNone/>
            </a:pPr>
            <a:endParaRPr/>
          </a:p>
          <a:p>
            <a:pPr marL="0" lvl="0" indent="0" algn="l" rtl="0">
              <a:lnSpc>
                <a:spcPct val="115000"/>
              </a:lnSpc>
              <a:spcBef>
                <a:spcPts val="0"/>
              </a:spcBef>
              <a:spcAft>
                <a:spcPts val="0"/>
              </a:spcAft>
              <a:buClr>
                <a:schemeClr val="dk1"/>
              </a:buClr>
              <a:buSzPts val="1100"/>
              <a:buFont typeface="Calibri"/>
              <a:buNone/>
            </a:pPr>
            <a:r>
              <a:rPr lang="en"/>
              <a:t>Climate models don’t resolve the topographic complexity of California that greatly influences the state’s temperature and precipitation. </a:t>
            </a:r>
            <a:endParaRPr/>
          </a:p>
          <a:p>
            <a:pPr marL="0" lvl="0" indent="0" algn="l" rtl="0">
              <a:lnSpc>
                <a:spcPct val="115000"/>
              </a:lnSpc>
              <a:spcBef>
                <a:spcPts val="0"/>
              </a:spcBef>
              <a:spcAft>
                <a:spcPts val="0"/>
              </a:spcAft>
              <a:buClr>
                <a:schemeClr val="dk1"/>
              </a:buClr>
              <a:buSzPts val="1100"/>
              <a:buFont typeface="Calibri"/>
              <a:buNone/>
            </a:pPr>
            <a:endParaRPr/>
          </a:p>
          <a:p>
            <a:pPr marL="0" lvl="0" indent="0" algn="l" rtl="0">
              <a:lnSpc>
                <a:spcPct val="115000"/>
              </a:lnSpc>
              <a:spcBef>
                <a:spcPts val="0"/>
              </a:spcBef>
              <a:spcAft>
                <a:spcPts val="0"/>
              </a:spcAft>
              <a:buClr>
                <a:schemeClr val="dk1"/>
              </a:buClr>
              <a:buSzPts val="1100"/>
              <a:buFont typeface="Calibri"/>
              <a:buNone/>
            </a:pPr>
            <a:r>
              <a:rPr lang="en"/>
              <a:t>Looking for increased model resolution. </a:t>
            </a:r>
            <a:endParaRPr/>
          </a:p>
          <a:p>
            <a:pPr marL="0" lvl="0" indent="0" algn="l" rtl="0">
              <a:lnSpc>
                <a:spcPct val="115000"/>
              </a:lnSpc>
              <a:spcBef>
                <a:spcPts val="0"/>
              </a:spcBef>
              <a:spcAft>
                <a:spcPts val="0"/>
              </a:spcAft>
              <a:buClr>
                <a:schemeClr val="dk1"/>
              </a:buClr>
              <a:buSzPts val="1100"/>
              <a:buFont typeface="Calibri"/>
              <a:buNone/>
            </a:pPr>
            <a:endParaRPr/>
          </a:p>
          <a:p>
            <a:pPr marL="0" lvl="0" indent="0" algn="l" rtl="0">
              <a:lnSpc>
                <a:spcPct val="115000"/>
              </a:lnSpc>
              <a:spcBef>
                <a:spcPts val="0"/>
              </a:spcBef>
              <a:spcAft>
                <a:spcPts val="0"/>
              </a:spcAft>
              <a:buClr>
                <a:schemeClr val="dk1"/>
              </a:buClr>
              <a:buSzPts val="1100"/>
              <a:buFont typeface="Calibri"/>
              <a:buNone/>
            </a:pPr>
            <a:r>
              <a:rPr lang="en"/>
              <a:t>However, it is still important to consider how anthropogenic global warming can potentially affect droughts in the state. </a:t>
            </a:r>
            <a:endParaRPr/>
          </a:p>
          <a:p>
            <a:pPr marL="0" lvl="0" indent="0" algn="l" rtl="0">
              <a:lnSpc>
                <a:spcPct val="115000"/>
              </a:lnSpc>
              <a:spcBef>
                <a:spcPts val="0"/>
              </a:spcBef>
              <a:spcAft>
                <a:spcPts val="0"/>
              </a:spcAft>
              <a:buClr>
                <a:schemeClr val="dk1"/>
              </a:buClr>
              <a:buSzPts val="1100"/>
              <a:buFont typeface="Calibri"/>
              <a:buNone/>
            </a:pPr>
            <a:r>
              <a:rPr lang="en"/>
              <a:t> </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0538157afa_0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10538157afa_0_1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Calibri"/>
              <a:buNone/>
            </a:pPr>
            <a:r>
              <a:rPr lang="en"/>
              <a:t>The impact of increasing temperatures on processes like runoff, river and stream baseflow, groundwater, soil moisture, and evaporation over both the historical period and in response to further global warming remains a key aspect of uncertainty. </a:t>
            </a:r>
            <a:endParaRPr/>
          </a:p>
          <a:p>
            <a:pPr marL="0" lvl="0" indent="0" algn="l" rtl="0">
              <a:lnSpc>
                <a:spcPct val="115000"/>
              </a:lnSpc>
              <a:spcBef>
                <a:spcPts val="0"/>
              </a:spcBef>
              <a:spcAft>
                <a:spcPts val="0"/>
              </a:spcAft>
              <a:buClr>
                <a:schemeClr val="dk1"/>
              </a:buClr>
              <a:buSzPts val="1100"/>
              <a:buFont typeface="Calibri"/>
              <a:buNone/>
            </a:pPr>
            <a:endParaRPr/>
          </a:p>
          <a:p>
            <a:pPr marL="0" lvl="0" indent="0" algn="l" rtl="0">
              <a:lnSpc>
                <a:spcPct val="115000"/>
              </a:lnSpc>
              <a:spcBef>
                <a:spcPts val="0"/>
              </a:spcBef>
              <a:spcAft>
                <a:spcPts val="0"/>
              </a:spcAft>
              <a:buClr>
                <a:schemeClr val="dk1"/>
              </a:buClr>
              <a:buSzPts val="1100"/>
              <a:buFont typeface="Calibri"/>
              <a:buNone/>
            </a:pPr>
            <a:r>
              <a:rPr lang="en"/>
              <a:t>Climate models don’t resolve the topographic complexity of California that greatly influences the state’s temperature and precipitation. </a:t>
            </a:r>
            <a:endParaRPr/>
          </a:p>
          <a:p>
            <a:pPr marL="0" lvl="0" indent="0" algn="l" rtl="0">
              <a:lnSpc>
                <a:spcPct val="115000"/>
              </a:lnSpc>
              <a:spcBef>
                <a:spcPts val="0"/>
              </a:spcBef>
              <a:spcAft>
                <a:spcPts val="0"/>
              </a:spcAft>
              <a:buClr>
                <a:schemeClr val="dk1"/>
              </a:buClr>
              <a:buSzPts val="1100"/>
              <a:buFont typeface="Calibri"/>
              <a:buNone/>
            </a:pPr>
            <a:endParaRPr/>
          </a:p>
          <a:p>
            <a:pPr marL="0" lvl="0" indent="0" algn="l" rtl="0">
              <a:lnSpc>
                <a:spcPct val="115000"/>
              </a:lnSpc>
              <a:spcBef>
                <a:spcPts val="0"/>
              </a:spcBef>
              <a:spcAft>
                <a:spcPts val="0"/>
              </a:spcAft>
              <a:buClr>
                <a:schemeClr val="dk1"/>
              </a:buClr>
              <a:buSzPts val="1100"/>
              <a:buFont typeface="Calibri"/>
              <a:buNone/>
            </a:pPr>
            <a:r>
              <a:rPr lang="en"/>
              <a:t>Looking for increased model resolution. </a:t>
            </a:r>
            <a:endParaRPr/>
          </a:p>
          <a:p>
            <a:pPr marL="0" lvl="0" indent="0" algn="l" rtl="0">
              <a:lnSpc>
                <a:spcPct val="115000"/>
              </a:lnSpc>
              <a:spcBef>
                <a:spcPts val="0"/>
              </a:spcBef>
              <a:spcAft>
                <a:spcPts val="0"/>
              </a:spcAft>
              <a:buClr>
                <a:schemeClr val="dk1"/>
              </a:buClr>
              <a:buSzPts val="1100"/>
              <a:buFont typeface="Calibri"/>
              <a:buNone/>
            </a:pPr>
            <a:endParaRPr/>
          </a:p>
          <a:p>
            <a:pPr marL="0" lvl="0" indent="0" algn="l" rtl="0">
              <a:lnSpc>
                <a:spcPct val="115000"/>
              </a:lnSpc>
              <a:spcBef>
                <a:spcPts val="0"/>
              </a:spcBef>
              <a:spcAft>
                <a:spcPts val="0"/>
              </a:spcAft>
              <a:buClr>
                <a:schemeClr val="dk1"/>
              </a:buClr>
              <a:buSzPts val="1100"/>
              <a:buFont typeface="Calibri"/>
              <a:buNone/>
            </a:pPr>
            <a:r>
              <a:rPr lang="en"/>
              <a:t>However, it is still important to consider how anthropogenic global warming can potentially affect droughts in the state. </a:t>
            </a:r>
            <a:endParaRPr/>
          </a:p>
          <a:p>
            <a:pPr marL="0" lvl="0" indent="0" algn="l" rtl="0">
              <a:lnSpc>
                <a:spcPct val="115000"/>
              </a:lnSpc>
              <a:spcBef>
                <a:spcPts val="0"/>
              </a:spcBef>
              <a:spcAft>
                <a:spcPts val="0"/>
              </a:spcAft>
              <a:buClr>
                <a:schemeClr val="dk1"/>
              </a:buClr>
              <a:buSzPts val="1100"/>
              <a:buFont typeface="Calibri"/>
              <a:buNone/>
            </a:pPr>
            <a:r>
              <a:rPr lang="en"/>
              <a:t> </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2"/>
          <p:cNvSpPr/>
          <p:nvPr/>
        </p:nvSpPr>
        <p:spPr>
          <a:xfrm>
            <a:off x="0" y="0"/>
            <a:ext cx="12192000" cy="6892000"/>
          </a:xfrm>
          <a:prstGeom prst="rect">
            <a:avLst/>
          </a:prstGeom>
          <a:solidFill>
            <a:srgbClr val="FFFFFF">
              <a:alpha val="25882"/>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5" name="Google Shape;15;p2"/>
          <p:cNvSpPr/>
          <p:nvPr/>
        </p:nvSpPr>
        <p:spPr>
          <a:xfrm>
            <a:off x="3664000" y="997000"/>
            <a:ext cx="4864000" cy="4864000"/>
          </a:xfrm>
          <a:prstGeom prst="ellipse">
            <a:avLst/>
          </a:prstGeom>
          <a:solidFill>
            <a:srgbClr val="00B2FF">
              <a:alpha val="72549"/>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16" name="Google Shape;16;p2"/>
          <p:cNvSpPr txBox="1">
            <a:spLocks noGrp="1"/>
          </p:cNvSpPr>
          <p:nvPr>
            <p:ph type="title"/>
          </p:nvPr>
        </p:nvSpPr>
        <p:spPr>
          <a:xfrm>
            <a:off x="3663933" y="997033"/>
            <a:ext cx="4864000" cy="4864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1"/>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sldNum" idx="12"/>
          </p:nvPr>
        </p:nvSpPr>
        <p:spPr>
          <a:xfrm>
            <a:off x="11372893" y="6333135"/>
            <a:ext cx="731600" cy="5248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3 columns">
  <p:cSld name="Title + 3 columns">
    <p:bg>
      <p:bgPr>
        <a:blipFill>
          <a:blip r:embed="rId2">
            <a:alphaModFix/>
          </a:blip>
          <a:stretch>
            <a:fillRect/>
          </a:stretch>
        </a:blipFill>
        <a:effectLst/>
      </p:bgPr>
    </p:bg>
    <p:spTree>
      <p:nvGrpSpPr>
        <p:cNvPr id="1" name="Shape 19"/>
        <p:cNvGrpSpPr/>
        <p:nvPr/>
      </p:nvGrpSpPr>
      <p:grpSpPr>
        <a:xfrm>
          <a:off x="0" y="0"/>
          <a:ext cx="0" cy="0"/>
          <a:chOff x="0" y="0"/>
          <a:chExt cx="0" cy="0"/>
        </a:xfrm>
      </p:grpSpPr>
      <p:sp>
        <p:nvSpPr>
          <p:cNvPr id="20" name="Google Shape;20;p4"/>
          <p:cNvSpPr/>
          <p:nvPr/>
        </p:nvSpPr>
        <p:spPr>
          <a:xfrm>
            <a:off x="0" y="0"/>
            <a:ext cx="12192000" cy="6892000"/>
          </a:xfrm>
          <a:prstGeom prst="rect">
            <a:avLst/>
          </a:prstGeom>
          <a:solidFill>
            <a:srgbClr val="FFFFFF">
              <a:alpha val="25882"/>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1" name="Google Shape;21;p4"/>
          <p:cNvSpPr/>
          <p:nvPr/>
        </p:nvSpPr>
        <p:spPr>
          <a:xfrm>
            <a:off x="3173800" y="0"/>
            <a:ext cx="9018400" cy="6858000"/>
          </a:xfrm>
          <a:prstGeom prst="rect">
            <a:avLst/>
          </a:prstGeom>
          <a:solidFill>
            <a:srgbClr val="00B2FF">
              <a:alpha val="72549"/>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2" name="Google Shape;22;p4"/>
          <p:cNvSpPr txBox="1">
            <a:spLocks noGrp="1"/>
          </p:cNvSpPr>
          <p:nvPr>
            <p:ph type="body" idx="1"/>
          </p:nvPr>
        </p:nvSpPr>
        <p:spPr>
          <a:xfrm>
            <a:off x="3870367" y="2051367"/>
            <a:ext cx="2553200" cy="4516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1pPr>
            <a:lvl2pPr marL="914400" lvl="1"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2pPr>
            <a:lvl3pPr marL="1371600" lvl="2"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3pPr>
            <a:lvl4pPr marL="1828800" lvl="3"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4pPr>
            <a:lvl5pPr marL="2286000" lvl="4"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5pPr>
            <a:lvl6pPr marL="2743200" lvl="5"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6pPr>
            <a:lvl7pPr marL="3200400" lvl="6"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7pPr>
            <a:lvl8pPr marL="3657600" lvl="7"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8pPr>
            <a:lvl9pPr marL="4114800" lvl="8"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9pPr>
          </a:lstStyle>
          <a:p>
            <a:endParaRPr/>
          </a:p>
        </p:txBody>
      </p:sp>
      <p:sp>
        <p:nvSpPr>
          <p:cNvPr id="23" name="Google Shape;23;p4"/>
          <p:cNvSpPr txBox="1">
            <a:spLocks noGrp="1"/>
          </p:cNvSpPr>
          <p:nvPr>
            <p:ph type="body" idx="2"/>
          </p:nvPr>
        </p:nvSpPr>
        <p:spPr>
          <a:xfrm>
            <a:off x="6554552" y="2051367"/>
            <a:ext cx="2553200" cy="4516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SzPts val="1400"/>
              <a:buChar char="➜"/>
              <a:defRPr sz="1867"/>
            </a:lvl1pPr>
            <a:lvl2pPr marL="914400" lvl="1" indent="-317500" algn="l">
              <a:lnSpc>
                <a:spcPct val="100000"/>
              </a:lnSpc>
              <a:spcBef>
                <a:spcPts val="0"/>
              </a:spcBef>
              <a:spcAft>
                <a:spcPts val="0"/>
              </a:spcAft>
              <a:buSzPts val="1400"/>
              <a:buChar char="○"/>
              <a:defRPr sz="1867"/>
            </a:lvl2pPr>
            <a:lvl3pPr marL="1371600" lvl="2" indent="-317500" algn="l">
              <a:lnSpc>
                <a:spcPct val="100000"/>
              </a:lnSpc>
              <a:spcBef>
                <a:spcPts val="0"/>
              </a:spcBef>
              <a:spcAft>
                <a:spcPts val="0"/>
              </a:spcAft>
              <a:buSzPts val="1400"/>
              <a:buChar char="■"/>
              <a:defRPr sz="1867"/>
            </a:lvl3pPr>
            <a:lvl4pPr marL="1828800" lvl="3" indent="-317500" algn="l">
              <a:lnSpc>
                <a:spcPct val="100000"/>
              </a:lnSpc>
              <a:spcBef>
                <a:spcPts val="0"/>
              </a:spcBef>
              <a:spcAft>
                <a:spcPts val="0"/>
              </a:spcAft>
              <a:buSzPts val="1400"/>
              <a:buChar char="●"/>
              <a:defRPr sz="1867"/>
            </a:lvl4pPr>
            <a:lvl5pPr marL="2286000" lvl="4" indent="-317500" algn="l">
              <a:lnSpc>
                <a:spcPct val="100000"/>
              </a:lnSpc>
              <a:spcBef>
                <a:spcPts val="0"/>
              </a:spcBef>
              <a:spcAft>
                <a:spcPts val="0"/>
              </a:spcAft>
              <a:buSzPts val="1400"/>
              <a:buChar char="○"/>
              <a:defRPr sz="1867"/>
            </a:lvl5pPr>
            <a:lvl6pPr marL="2743200" lvl="5" indent="-317500" algn="l">
              <a:lnSpc>
                <a:spcPct val="100000"/>
              </a:lnSpc>
              <a:spcBef>
                <a:spcPts val="0"/>
              </a:spcBef>
              <a:spcAft>
                <a:spcPts val="0"/>
              </a:spcAft>
              <a:buSzPts val="1400"/>
              <a:buChar char="■"/>
              <a:defRPr sz="1867"/>
            </a:lvl6pPr>
            <a:lvl7pPr marL="3200400" lvl="6" indent="-317500" algn="l">
              <a:lnSpc>
                <a:spcPct val="100000"/>
              </a:lnSpc>
              <a:spcBef>
                <a:spcPts val="0"/>
              </a:spcBef>
              <a:spcAft>
                <a:spcPts val="0"/>
              </a:spcAft>
              <a:buSzPts val="1400"/>
              <a:buChar char="●"/>
              <a:defRPr sz="1867"/>
            </a:lvl7pPr>
            <a:lvl8pPr marL="3657600" lvl="7" indent="-317500" algn="l">
              <a:lnSpc>
                <a:spcPct val="100000"/>
              </a:lnSpc>
              <a:spcBef>
                <a:spcPts val="0"/>
              </a:spcBef>
              <a:spcAft>
                <a:spcPts val="0"/>
              </a:spcAft>
              <a:buSzPts val="1400"/>
              <a:buChar char="○"/>
              <a:defRPr sz="1867"/>
            </a:lvl8pPr>
            <a:lvl9pPr marL="4114800" lvl="8" indent="-317500" algn="l">
              <a:lnSpc>
                <a:spcPct val="100000"/>
              </a:lnSpc>
              <a:spcBef>
                <a:spcPts val="0"/>
              </a:spcBef>
              <a:spcAft>
                <a:spcPts val="0"/>
              </a:spcAft>
              <a:buSzPts val="1400"/>
              <a:buChar char="■"/>
              <a:defRPr sz="1867"/>
            </a:lvl9pPr>
          </a:lstStyle>
          <a:p>
            <a:endParaRPr/>
          </a:p>
        </p:txBody>
      </p:sp>
      <p:sp>
        <p:nvSpPr>
          <p:cNvPr id="24" name="Google Shape;24;p4"/>
          <p:cNvSpPr txBox="1">
            <a:spLocks noGrp="1"/>
          </p:cNvSpPr>
          <p:nvPr>
            <p:ph type="body" idx="3"/>
          </p:nvPr>
        </p:nvSpPr>
        <p:spPr>
          <a:xfrm>
            <a:off x="9238737" y="2051367"/>
            <a:ext cx="2553200" cy="4516000"/>
          </a:xfrm>
          <a:prstGeom prst="rect">
            <a:avLst/>
          </a:prstGeom>
          <a:noFill/>
          <a:ln>
            <a:noFill/>
          </a:ln>
        </p:spPr>
        <p:txBody>
          <a:bodyPr spcFirstLastPara="1" wrap="square" lIns="91425" tIns="91425" rIns="91425" bIns="91425" anchor="t" anchorCtr="0">
            <a:noAutofit/>
          </a:bodyPr>
          <a:lstStyle>
            <a:lvl1pPr marL="457200" lvl="0"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1pPr>
            <a:lvl2pPr marL="914400" lvl="1"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2pPr>
            <a:lvl3pPr marL="1371600" lvl="2"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3pPr>
            <a:lvl4pPr marL="1828800" lvl="3"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4pPr>
            <a:lvl5pPr marL="2286000" lvl="4"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5pPr>
            <a:lvl6pPr marL="2743200" lvl="5"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6pPr>
            <a:lvl7pPr marL="3200400" lvl="6"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7pPr>
            <a:lvl8pPr marL="3657600" lvl="7"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8pPr>
            <a:lvl9pPr marL="4114800" lvl="8" indent="-317500" algn="l">
              <a:lnSpc>
                <a:spcPct val="100000"/>
              </a:lnSpc>
              <a:spcBef>
                <a:spcPts val="0"/>
              </a:spcBef>
              <a:spcAft>
                <a:spcPts val="0"/>
              </a:spcAft>
              <a:buClr>
                <a:srgbClr val="FFFFFF"/>
              </a:buClr>
              <a:buSzPts val="1400"/>
              <a:buFont typeface="Arial"/>
              <a:buChar char="■"/>
              <a:defRPr>
                <a:solidFill>
                  <a:srgbClr val="FFFFFF"/>
                </a:solidFill>
                <a:latin typeface="Arial"/>
                <a:ea typeface="Arial"/>
                <a:cs typeface="Arial"/>
                <a:sym typeface="Arial"/>
              </a:defRPr>
            </a:lvl9pPr>
          </a:lstStyle>
          <a:p>
            <a:endParaRPr/>
          </a:p>
        </p:txBody>
      </p:sp>
      <p:sp>
        <p:nvSpPr>
          <p:cNvPr id="25" name="Google Shape;25;p4"/>
          <p:cNvSpPr txBox="1">
            <a:spLocks noGrp="1"/>
          </p:cNvSpPr>
          <p:nvPr>
            <p:ph type="title"/>
          </p:nvPr>
        </p:nvSpPr>
        <p:spPr>
          <a:xfrm>
            <a:off x="3870367" y="403167"/>
            <a:ext cx="7624800" cy="670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2400" b="1">
                <a:solidFill>
                  <a:srgbClr val="FFFFFF"/>
                </a:solidFill>
                <a:latin typeface="Arial"/>
                <a:ea typeface="Arial"/>
                <a:cs typeface="Arial"/>
                <a:sym typeface="Arial"/>
              </a:defRPr>
            </a:lvl1pPr>
            <a:lvl2pPr lvl="1" algn="l">
              <a:lnSpc>
                <a:spcPct val="100000"/>
              </a:lnSpc>
              <a:spcBef>
                <a:spcPts val="0"/>
              </a:spcBef>
              <a:spcAft>
                <a:spcPts val="0"/>
              </a:spcAft>
              <a:buSzPts val="1800"/>
              <a:buNone/>
              <a:defRPr sz="2400" b="1">
                <a:solidFill>
                  <a:srgbClr val="FFFFFF"/>
                </a:solidFill>
                <a:latin typeface="Arial"/>
                <a:ea typeface="Arial"/>
                <a:cs typeface="Arial"/>
                <a:sym typeface="Arial"/>
              </a:defRPr>
            </a:lvl2pPr>
            <a:lvl3pPr lvl="2" algn="l">
              <a:lnSpc>
                <a:spcPct val="100000"/>
              </a:lnSpc>
              <a:spcBef>
                <a:spcPts val="0"/>
              </a:spcBef>
              <a:spcAft>
                <a:spcPts val="0"/>
              </a:spcAft>
              <a:buSzPts val="1800"/>
              <a:buNone/>
              <a:defRPr sz="2400" b="1">
                <a:solidFill>
                  <a:srgbClr val="FFFFFF"/>
                </a:solidFill>
                <a:latin typeface="Arial"/>
                <a:ea typeface="Arial"/>
                <a:cs typeface="Arial"/>
                <a:sym typeface="Arial"/>
              </a:defRPr>
            </a:lvl3pPr>
            <a:lvl4pPr lvl="3" algn="l">
              <a:lnSpc>
                <a:spcPct val="100000"/>
              </a:lnSpc>
              <a:spcBef>
                <a:spcPts val="0"/>
              </a:spcBef>
              <a:spcAft>
                <a:spcPts val="0"/>
              </a:spcAft>
              <a:buSzPts val="1800"/>
              <a:buNone/>
              <a:defRPr sz="2400" b="1">
                <a:solidFill>
                  <a:srgbClr val="FFFFFF"/>
                </a:solidFill>
                <a:latin typeface="Arial"/>
                <a:ea typeface="Arial"/>
                <a:cs typeface="Arial"/>
                <a:sym typeface="Arial"/>
              </a:defRPr>
            </a:lvl4pPr>
            <a:lvl5pPr lvl="4" algn="l">
              <a:lnSpc>
                <a:spcPct val="100000"/>
              </a:lnSpc>
              <a:spcBef>
                <a:spcPts val="0"/>
              </a:spcBef>
              <a:spcAft>
                <a:spcPts val="0"/>
              </a:spcAft>
              <a:buSzPts val="1800"/>
              <a:buNone/>
              <a:defRPr sz="2400" b="1">
                <a:solidFill>
                  <a:srgbClr val="FFFFFF"/>
                </a:solidFill>
                <a:latin typeface="Arial"/>
                <a:ea typeface="Arial"/>
                <a:cs typeface="Arial"/>
                <a:sym typeface="Arial"/>
              </a:defRPr>
            </a:lvl5pPr>
            <a:lvl6pPr lvl="5" algn="l">
              <a:lnSpc>
                <a:spcPct val="100000"/>
              </a:lnSpc>
              <a:spcBef>
                <a:spcPts val="0"/>
              </a:spcBef>
              <a:spcAft>
                <a:spcPts val="0"/>
              </a:spcAft>
              <a:buSzPts val="1800"/>
              <a:buNone/>
              <a:defRPr sz="2400" b="1">
                <a:solidFill>
                  <a:srgbClr val="FFFFFF"/>
                </a:solidFill>
                <a:latin typeface="Arial"/>
                <a:ea typeface="Arial"/>
                <a:cs typeface="Arial"/>
                <a:sym typeface="Arial"/>
              </a:defRPr>
            </a:lvl6pPr>
            <a:lvl7pPr lvl="6" algn="l">
              <a:lnSpc>
                <a:spcPct val="100000"/>
              </a:lnSpc>
              <a:spcBef>
                <a:spcPts val="0"/>
              </a:spcBef>
              <a:spcAft>
                <a:spcPts val="0"/>
              </a:spcAft>
              <a:buSzPts val="1800"/>
              <a:buNone/>
              <a:defRPr sz="2400" b="1">
                <a:solidFill>
                  <a:srgbClr val="FFFFFF"/>
                </a:solidFill>
                <a:latin typeface="Arial"/>
                <a:ea typeface="Arial"/>
                <a:cs typeface="Arial"/>
                <a:sym typeface="Arial"/>
              </a:defRPr>
            </a:lvl7pPr>
            <a:lvl8pPr lvl="7" algn="l">
              <a:lnSpc>
                <a:spcPct val="100000"/>
              </a:lnSpc>
              <a:spcBef>
                <a:spcPts val="0"/>
              </a:spcBef>
              <a:spcAft>
                <a:spcPts val="0"/>
              </a:spcAft>
              <a:buSzPts val="1800"/>
              <a:buNone/>
              <a:defRPr sz="2400" b="1">
                <a:solidFill>
                  <a:srgbClr val="FFFFFF"/>
                </a:solidFill>
                <a:latin typeface="Arial"/>
                <a:ea typeface="Arial"/>
                <a:cs typeface="Arial"/>
                <a:sym typeface="Arial"/>
              </a:defRPr>
            </a:lvl8pPr>
            <a:lvl9pPr lvl="8" algn="l">
              <a:lnSpc>
                <a:spcPct val="100000"/>
              </a:lnSpc>
              <a:spcBef>
                <a:spcPts val="0"/>
              </a:spcBef>
              <a:spcAft>
                <a:spcPts val="0"/>
              </a:spcAft>
              <a:buSzPts val="1800"/>
              <a:buNone/>
              <a:defRPr sz="2400" b="1">
                <a:solidFill>
                  <a:srgbClr val="FFFFFF"/>
                </a:solidFill>
                <a:latin typeface="Arial"/>
                <a:ea typeface="Arial"/>
                <a:cs typeface="Arial"/>
                <a:sym typeface="Arial"/>
              </a:defRPr>
            </a:lvl9pPr>
          </a:lstStyle>
          <a:p>
            <a:endParaRPr/>
          </a:p>
        </p:txBody>
      </p:sp>
      <p:sp>
        <p:nvSpPr>
          <p:cNvPr id="26" name="Google Shape;26;p4"/>
          <p:cNvSpPr txBox="1">
            <a:spLocks noGrp="1"/>
          </p:cNvSpPr>
          <p:nvPr>
            <p:ph type="sldNum" idx="12"/>
          </p:nvPr>
        </p:nvSpPr>
        <p:spPr>
          <a:xfrm>
            <a:off x="11372893" y="6333135"/>
            <a:ext cx="731600" cy="5248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5"/>
          <p:cNvSpPr/>
          <p:nvPr/>
        </p:nvSpPr>
        <p:spPr>
          <a:xfrm>
            <a:off x="0" y="0"/>
            <a:ext cx="12192000" cy="6892000"/>
          </a:xfrm>
          <a:prstGeom prst="rect">
            <a:avLst/>
          </a:prstGeom>
          <a:solidFill>
            <a:srgbClr val="FFFFFF">
              <a:alpha val="25882"/>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9" name="Google Shape;29;p5"/>
          <p:cNvSpPr/>
          <p:nvPr/>
        </p:nvSpPr>
        <p:spPr>
          <a:xfrm>
            <a:off x="1586800" y="0"/>
            <a:ext cx="9018400" cy="1143200"/>
          </a:xfrm>
          <a:prstGeom prst="rect">
            <a:avLst/>
          </a:prstGeom>
          <a:solidFill>
            <a:srgbClr val="00B2FF">
              <a:alpha val="72549"/>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0" name="Google Shape;30;p5"/>
          <p:cNvSpPr txBox="1">
            <a:spLocks noGrp="1"/>
          </p:cNvSpPr>
          <p:nvPr>
            <p:ph type="title"/>
          </p:nvPr>
        </p:nvSpPr>
        <p:spPr>
          <a:xfrm>
            <a:off x="1586800" y="403167"/>
            <a:ext cx="9018400" cy="670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800"/>
              <a:buNone/>
              <a:defRPr sz="2400" b="1">
                <a:solidFill>
                  <a:srgbClr val="FFFFFF"/>
                </a:solidFill>
                <a:latin typeface="Arial"/>
                <a:ea typeface="Arial"/>
                <a:cs typeface="Arial"/>
                <a:sym typeface="Arial"/>
              </a:defRPr>
            </a:lvl1pPr>
            <a:lvl2pPr lvl="1" algn="ctr">
              <a:lnSpc>
                <a:spcPct val="100000"/>
              </a:lnSpc>
              <a:spcBef>
                <a:spcPts val="0"/>
              </a:spcBef>
              <a:spcAft>
                <a:spcPts val="0"/>
              </a:spcAft>
              <a:buSzPts val="1800"/>
              <a:buNone/>
              <a:defRPr sz="2400" b="1">
                <a:solidFill>
                  <a:srgbClr val="FFFFFF"/>
                </a:solidFill>
                <a:latin typeface="Arial"/>
                <a:ea typeface="Arial"/>
                <a:cs typeface="Arial"/>
                <a:sym typeface="Arial"/>
              </a:defRPr>
            </a:lvl2pPr>
            <a:lvl3pPr lvl="2" algn="ctr">
              <a:lnSpc>
                <a:spcPct val="100000"/>
              </a:lnSpc>
              <a:spcBef>
                <a:spcPts val="0"/>
              </a:spcBef>
              <a:spcAft>
                <a:spcPts val="0"/>
              </a:spcAft>
              <a:buSzPts val="1800"/>
              <a:buNone/>
              <a:defRPr sz="2400" b="1">
                <a:solidFill>
                  <a:srgbClr val="FFFFFF"/>
                </a:solidFill>
                <a:latin typeface="Arial"/>
                <a:ea typeface="Arial"/>
                <a:cs typeface="Arial"/>
                <a:sym typeface="Arial"/>
              </a:defRPr>
            </a:lvl3pPr>
            <a:lvl4pPr lvl="3" algn="ctr">
              <a:lnSpc>
                <a:spcPct val="100000"/>
              </a:lnSpc>
              <a:spcBef>
                <a:spcPts val="0"/>
              </a:spcBef>
              <a:spcAft>
                <a:spcPts val="0"/>
              </a:spcAft>
              <a:buSzPts val="1800"/>
              <a:buNone/>
              <a:defRPr sz="2400" b="1">
                <a:solidFill>
                  <a:srgbClr val="FFFFFF"/>
                </a:solidFill>
                <a:latin typeface="Arial"/>
                <a:ea typeface="Arial"/>
                <a:cs typeface="Arial"/>
                <a:sym typeface="Arial"/>
              </a:defRPr>
            </a:lvl4pPr>
            <a:lvl5pPr lvl="4" algn="ctr">
              <a:lnSpc>
                <a:spcPct val="100000"/>
              </a:lnSpc>
              <a:spcBef>
                <a:spcPts val="0"/>
              </a:spcBef>
              <a:spcAft>
                <a:spcPts val="0"/>
              </a:spcAft>
              <a:buSzPts val="1800"/>
              <a:buNone/>
              <a:defRPr sz="2400" b="1">
                <a:solidFill>
                  <a:srgbClr val="FFFFFF"/>
                </a:solidFill>
                <a:latin typeface="Arial"/>
                <a:ea typeface="Arial"/>
                <a:cs typeface="Arial"/>
                <a:sym typeface="Arial"/>
              </a:defRPr>
            </a:lvl5pPr>
            <a:lvl6pPr lvl="5" algn="ctr">
              <a:lnSpc>
                <a:spcPct val="100000"/>
              </a:lnSpc>
              <a:spcBef>
                <a:spcPts val="0"/>
              </a:spcBef>
              <a:spcAft>
                <a:spcPts val="0"/>
              </a:spcAft>
              <a:buSzPts val="1800"/>
              <a:buNone/>
              <a:defRPr sz="2400" b="1">
                <a:solidFill>
                  <a:srgbClr val="FFFFFF"/>
                </a:solidFill>
                <a:latin typeface="Arial"/>
                <a:ea typeface="Arial"/>
                <a:cs typeface="Arial"/>
                <a:sym typeface="Arial"/>
              </a:defRPr>
            </a:lvl6pPr>
            <a:lvl7pPr lvl="6" algn="ctr">
              <a:lnSpc>
                <a:spcPct val="100000"/>
              </a:lnSpc>
              <a:spcBef>
                <a:spcPts val="0"/>
              </a:spcBef>
              <a:spcAft>
                <a:spcPts val="0"/>
              </a:spcAft>
              <a:buSzPts val="1800"/>
              <a:buNone/>
              <a:defRPr sz="2400" b="1">
                <a:solidFill>
                  <a:srgbClr val="FFFFFF"/>
                </a:solidFill>
                <a:latin typeface="Arial"/>
                <a:ea typeface="Arial"/>
                <a:cs typeface="Arial"/>
                <a:sym typeface="Arial"/>
              </a:defRPr>
            </a:lvl7pPr>
            <a:lvl8pPr lvl="7" algn="ctr">
              <a:lnSpc>
                <a:spcPct val="100000"/>
              </a:lnSpc>
              <a:spcBef>
                <a:spcPts val="0"/>
              </a:spcBef>
              <a:spcAft>
                <a:spcPts val="0"/>
              </a:spcAft>
              <a:buSzPts val="1800"/>
              <a:buNone/>
              <a:defRPr sz="2400" b="1">
                <a:solidFill>
                  <a:srgbClr val="FFFFFF"/>
                </a:solidFill>
                <a:latin typeface="Arial"/>
                <a:ea typeface="Arial"/>
                <a:cs typeface="Arial"/>
                <a:sym typeface="Arial"/>
              </a:defRPr>
            </a:lvl8pPr>
            <a:lvl9pPr lvl="8" algn="ctr">
              <a:lnSpc>
                <a:spcPct val="100000"/>
              </a:lnSpc>
              <a:spcBef>
                <a:spcPts val="0"/>
              </a:spcBef>
              <a:spcAft>
                <a:spcPts val="0"/>
              </a:spcAft>
              <a:buSzPts val="1800"/>
              <a:buNone/>
              <a:defRPr sz="2400" b="1">
                <a:solidFill>
                  <a:srgbClr val="FFFFFF"/>
                </a:solidFill>
                <a:latin typeface="Arial"/>
                <a:ea typeface="Arial"/>
                <a:cs typeface="Arial"/>
                <a:sym typeface="Arial"/>
              </a:defRPr>
            </a:lvl9pPr>
          </a:lstStyle>
          <a:p>
            <a:endParaRPr/>
          </a:p>
        </p:txBody>
      </p:sp>
      <p:sp>
        <p:nvSpPr>
          <p:cNvPr id="31" name="Google Shape;31;p5"/>
          <p:cNvSpPr txBox="1">
            <a:spLocks noGrp="1"/>
          </p:cNvSpPr>
          <p:nvPr>
            <p:ph type="sldNum" idx="12"/>
          </p:nvPr>
        </p:nvSpPr>
        <p:spPr>
          <a:xfrm>
            <a:off x="5730212" y="6333135"/>
            <a:ext cx="731600" cy="5248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32"/>
        <p:cNvGrpSpPr/>
        <p:nvPr/>
      </p:nvGrpSpPr>
      <p:grpSpPr>
        <a:xfrm>
          <a:off x="0" y="0"/>
          <a:ext cx="0" cy="0"/>
          <a:chOff x="0" y="0"/>
          <a:chExt cx="0" cy="0"/>
        </a:xfrm>
      </p:grpSpPr>
      <p:sp>
        <p:nvSpPr>
          <p:cNvPr id="33" name="Google Shape;33;p6"/>
          <p:cNvSpPr/>
          <p:nvPr/>
        </p:nvSpPr>
        <p:spPr>
          <a:xfrm>
            <a:off x="0" y="0"/>
            <a:ext cx="12192000" cy="6892000"/>
          </a:xfrm>
          <a:prstGeom prst="rect">
            <a:avLst/>
          </a:prstGeom>
          <a:solidFill>
            <a:srgbClr val="FFFFFF">
              <a:alpha val="25882"/>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4" name="Google Shape;34;p6"/>
          <p:cNvSpPr/>
          <p:nvPr/>
        </p:nvSpPr>
        <p:spPr>
          <a:xfrm>
            <a:off x="200" y="2386800"/>
            <a:ext cx="12192000" cy="2084400"/>
          </a:xfrm>
          <a:prstGeom prst="rect">
            <a:avLst/>
          </a:prstGeom>
          <a:solidFill>
            <a:srgbClr val="00B2FF">
              <a:alpha val="72549"/>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5" name="Google Shape;35;p6"/>
          <p:cNvSpPr txBox="1">
            <a:spLocks noGrp="1"/>
          </p:cNvSpPr>
          <p:nvPr>
            <p:ph type="body" idx="1"/>
          </p:nvPr>
        </p:nvSpPr>
        <p:spPr>
          <a:xfrm>
            <a:off x="2618967" y="2882400"/>
            <a:ext cx="6954000" cy="1093200"/>
          </a:xfrm>
          <a:prstGeom prst="rect">
            <a:avLst/>
          </a:prstGeom>
          <a:noFill/>
          <a:ln>
            <a:noFill/>
          </a:ln>
        </p:spPr>
        <p:txBody>
          <a:bodyPr spcFirstLastPara="1" wrap="square" lIns="91425" tIns="91425" rIns="91425" bIns="91425" anchor="ctr" anchorCtr="0">
            <a:noAutofit/>
          </a:bodyPr>
          <a:lstStyle>
            <a:lvl1pPr marL="457200" lvl="0" indent="-330200" algn="ctr">
              <a:lnSpc>
                <a:spcPct val="100000"/>
              </a:lnSpc>
              <a:spcBef>
                <a:spcPts val="0"/>
              </a:spcBef>
              <a:spcAft>
                <a:spcPts val="0"/>
              </a:spcAft>
              <a:buClr>
                <a:srgbClr val="FFFFFF"/>
              </a:buClr>
              <a:buSzPts val="1600"/>
              <a:buFont typeface="Georgia"/>
              <a:buChar char="●"/>
              <a:defRPr sz="2133" i="1">
                <a:solidFill>
                  <a:srgbClr val="FFFFFF"/>
                </a:solidFill>
                <a:latin typeface="Georgia"/>
                <a:ea typeface="Georgia"/>
                <a:cs typeface="Georgia"/>
                <a:sym typeface="Georgia"/>
              </a:defRPr>
            </a:lvl1pPr>
            <a:lvl2pPr marL="914400" lvl="1" indent="-330200" algn="ctr">
              <a:lnSpc>
                <a:spcPct val="100000"/>
              </a:lnSpc>
              <a:spcBef>
                <a:spcPts val="0"/>
              </a:spcBef>
              <a:spcAft>
                <a:spcPts val="0"/>
              </a:spcAft>
              <a:buClr>
                <a:srgbClr val="FFFFFF"/>
              </a:buClr>
              <a:buSzPts val="1600"/>
              <a:buFont typeface="Georgia"/>
              <a:buChar char="○"/>
              <a:defRPr sz="2133" i="1">
                <a:solidFill>
                  <a:srgbClr val="FFFFFF"/>
                </a:solidFill>
                <a:latin typeface="Georgia"/>
                <a:ea typeface="Georgia"/>
                <a:cs typeface="Georgia"/>
                <a:sym typeface="Georgia"/>
              </a:defRPr>
            </a:lvl2pPr>
            <a:lvl3pPr marL="1371600" lvl="2" indent="-330200" algn="ctr">
              <a:lnSpc>
                <a:spcPct val="100000"/>
              </a:lnSpc>
              <a:spcBef>
                <a:spcPts val="0"/>
              </a:spcBef>
              <a:spcAft>
                <a:spcPts val="0"/>
              </a:spcAft>
              <a:buClr>
                <a:srgbClr val="FFFFFF"/>
              </a:buClr>
              <a:buSzPts val="1600"/>
              <a:buFont typeface="Georgia"/>
              <a:buChar char="■"/>
              <a:defRPr sz="2133" i="1">
                <a:solidFill>
                  <a:srgbClr val="FFFFFF"/>
                </a:solidFill>
                <a:latin typeface="Georgia"/>
                <a:ea typeface="Georgia"/>
                <a:cs typeface="Georgia"/>
                <a:sym typeface="Georgia"/>
              </a:defRPr>
            </a:lvl3pPr>
            <a:lvl4pPr marL="1828800" lvl="3" indent="-330200" algn="ctr">
              <a:lnSpc>
                <a:spcPct val="100000"/>
              </a:lnSpc>
              <a:spcBef>
                <a:spcPts val="0"/>
              </a:spcBef>
              <a:spcAft>
                <a:spcPts val="0"/>
              </a:spcAft>
              <a:buClr>
                <a:srgbClr val="FFFFFF"/>
              </a:buClr>
              <a:buSzPts val="1600"/>
              <a:buFont typeface="Georgia"/>
              <a:buChar char="●"/>
              <a:defRPr sz="2133" i="1">
                <a:solidFill>
                  <a:srgbClr val="FFFFFF"/>
                </a:solidFill>
                <a:latin typeface="Georgia"/>
                <a:ea typeface="Georgia"/>
                <a:cs typeface="Georgia"/>
                <a:sym typeface="Georgia"/>
              </a:defRPr>
            </a:lvl4pPr>
            <a:lvl5pPr marL="2286000" lvl="4" indent="-330200" algn="ctr">
              <a:lnSpc>
                <a:spcPct val="100000"/>
              </a:lnSpc>
              <a:spcBef>
                <a:spcPts val="0"/>
              </a:spcBef>
              <a:spcAft>
                <a:spcPts val="0"/>
              </a:spcAft>
              <a:buClr>
                <a:srgbClr val="FFFFFF"/>
              </a:buClr>
              <a:buSzPts val="1600"/>
              <a:buFont typeface="Georgia"/>
              <a:buChar char="○"/>
              <a:defRPr sz="2133" i="1">
                <a:solidFill>
                  <a:srgbClr val="FFFFFF"/>
                </a:solidFill>
                <a:latin typeface="Georgia"/>
                <a:ea typeface="Georgia"/>
                <a:cs typeface="Georgia"/>
                <a:sym typeface="Georgia"/>
              </a:defRPr>
            </a:lvl5pPr>
            <a:lvl6pPr marL="2743200" lvl="5" indent="-330200" algn="ctr">
              <a:lnSpc>
                <a:spcPct val="100000"/>
              </a:lnSpc>
              <a:spcBef>
                <a:spcPts val="0"/>
              </a:spcBef>
              <a:spcAft>
                <a:spcPts val="0"/>
              </a:spcAft>
              <a:buClr>
                <a:srgbClr val="FFFFFF"/>
              </a:buClr>
              <a:buSzPts val="1600"/>
              <a:buFont typeface="Georgia"/>
              <a:buChar char="■"/>
              <a:defRPr sz="2133" i="1">
                <a:solidFill>
                  <a:srgbClr val="FFFFFF"/>
                </a:solidFill>
                <a:latin typeface="Georgia"/>
                <a:ea typeface="Georgia"/>
                <a:cs typeface="Georgia"/>
                <a:sym typeface="Georgia"/>
              </a:defRPr>
            </a:lvl6pPr>
            <a:lvl7pPr marL="3200400" lvl="6" indent="-330200" algn="ctr">
              <a:lnSpc>
                <a:spcPct val="100000"/>
              </a:lnSpc>
              <a:spcBef>
                <a:spcPts val="0"/>
              </a:spcBef>
              <a:spcAft>
                <a:spcPts val="0"/>
              </a:spcAft>
              <a:buClr>
                <a:srgbClr val="FFFFFF"/>
              </a:buClr>
              <a:buSzPts val="1600"/>
              <a:buFont typeface="Georgia"/>
              <a:buChar char="●"/>
              <a:defRPr sz="2133" i="1">
                <a:solidFill>
                  <a:srgbClr val="FFFFFF"/>
                </a:solidFill>
                <a:latin typeface="Georgia"/>
                <a:ea typeface="Georgia"/>
                <a:cs typeface="Georgia"/>
                <a:sym typeface="Georgia"/>
              </a:defRPr>
            </a:lvl7pPr>
            <a:lvl8pPr marL="3657600" lvl="7" indent="-330200" algn="ctr">
              <a:lnSpc>
                <a:spcPct val="100000"/>
              </a:lnSpc>
              <a:spcBef>
                <a:spcPts val="0"/>
              </a:spcBef>
              <a:spcAft>
                <a:spcPts val="0"/>
              </a:spcAft>
              <a:buClr>
                <a:srgbClr val="FFFFFF"/>
              </a:buClr>
              <a:buSzPts val="1600"/>
              <a:buFont typeface="Georgia"/>
              <a:buChar char="○"/>
              <a:defRPr sz="2133" i="1">
                <a:solidFill>
                  <a:srgbClr val="FFFFFF"/>
                </a:solidFill>
                <a:latin typeface="Georgia"/>
                <a:ea typeface="Georgia"/>
                <a:cs typeface="Georgia"/>
                <a:sym typeface="Georgia"/>
              </a:defRPr>
            </a:lvl8pPr>
            <a:lvl9pPr marL="4114800" lvl="8" indent="-330200" algn="ctr">
              <a:lnSpc>
                <a:spcPct val="100000"/>
              </a:lnSpc>
              <a:spcBef>
                <a:spcPts val="0"/>
              </a:spcBef>
              <a:spcAft>
                <a:spcPts val="0"/>
              </a:spcAft>
              <a:buClr>
                <a:srgbClr val="FFFFFF"/>
              </a:buClr>
              <a:buSzPts val="1600"/>
              <a:buFont typeface="Georgia"/>
              <a:buChar char="■"/>
              <a:defRPr sz="2133" i="1">
                <a:solidFill>
                  <a:srgbClr val="FFFFFF"/>
                </a:solidFill>
                <a:latin typeface="Georgia"/>
                <a:ea typeface="Georgia"/>
                <a:cs typeface="Georgia"/>
                <a:sym typeface="Georgia"/>
              </a:defRPr>
            </a:lvl9pPr>
          </a:lstStyle>
          <a:p>
            <a:endParaRPr/>
          </a:p>
        </p:txBody>
      </p:sp>
      <p:sp>
        <p:nvSpPr>
          <p:cNvPr id="36" name="Google Shape;36;p6"/>
          <p:cNvSpPr txBox="1">
            <a:spLocks noGrp="1"/>
          </p:cNvSpPr>
          <p:nvPr>
            <p:ph type="sldNum" idx="12"/>
          </p:nvPr>
        </p:nvSpPr>
        <p:spPr>
          <a:xfrm>
            <a:off x="5730179" y="6333135"/>
            <a:ext cx="731600" cy="524800"/>
          </a:xfrm>
          <a:prstGeom prst="rect">
            <a:avLst/>
          </a:prstGeom>
          <a:noFill/>
          <a:ln>
            <a:noFill/>
          </a:ln>
        </p:spPr>
        <p:txBody>
          <a:bodyPr spcFirstLastPara="1" wrap="square" lIns="91425" tIns="91425" rIns="91425" bIns="91425" anchor="t" anchorCtr="0">
            <a:noAutofit/>
          </a:bodyPr>
          <a:lstStyle>
            <a:lvl1pPr marL="0" marR="0" lvl="0"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000"/>
              <a:buFont typeface="Arial"/>
              <a:buNone/>
              <a:defRPr sz="1333" b="0" i="0" u="none" strike="noStrike" cap="none">
                <a:solidFill>
                  <a:srgbClr val="00B2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7"/>
          <p:cNvSpPr/>
          <p:nvPr/>
        </p:nvSpPr>
        <p:spPr>
          <a:xfrm>
            <a:off x="0" y="0"/>
            <a:ext cx="12192000" cy="6892000"/>
          </a:xfrm>
          <a:prstGeom prst="rect">
            <a:avLst/>
          </a:prstGeom>
          <a:solidFill>
            <a:srgbClr val="FFFFFF">
              <a:alpha val="25882"/>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9" name="Google Shape;39;p7"/>
          <p:cNvSpPr/>
          <p:nvPr/>
        </p:nvSpPr>
        <p:spPr>
          <a:xfrm>
            <a:off x="3173800" y="0"/>
            <a:ext cx="9018400" cy="6858000"/>
          </a:xfrm>
          <a:prstGeom prst="rect">
            <a:avLst/>
          </a:prstGeom>
          <a:solidFill>
            <a:srgbClr val="00B2FF">
              <a:alpha val="72549"/>
            </a:srgbClr>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0" name="Google Shape;40;p7"/>
          <p:cNvSpPr txBox="1">
            <a:spLocks noGrp="1"/>
          </p:cNvSpPr>
          <p:nvPr>
            <p:ph type="title"/>
          </p:nvPr>
        </p:nvSpPr>
        <p:spPr>
          <a:xfrm>
            <a:off x="3870367" y="403167"/>
            <a:ext cx="7624800" cy="670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800"/>
              <a:buNone/>
              <a:defRPr sz="2400" b="1">
                <a:solidFill>
                  <a:srgbClr val="FFFFFF"/>
                </a:solidFill>
                <a:latin typeface="Arial"/>
                <a:ea typeface="Arial"/>
                <a:cs typeface="Arial"/>
                <a:sym typeface="Arial"/>
              </a:defRPr>
            </a:lvl1pPr>
            <a:lvl2pPr lvl="1" algn="l">
              <a:lnSpc>
                <a:spcPct val="100000"/>
              </a:lnSpc>
              <a:spcBef>
                <a:spcPts val="0"/>
              </a:spcBef>
              <a:spcAft>
                <a:spcPts val="0"/>
              </a:spcAft>
              <a:buSzPts val="1800"/>
              <a:buNone/>
              <a:defRPr sz="2400" b="1">
                <a:solidFill>
                  <a:srgbClr val="FFFFFF"/>
                </a:solidFill>
                <a:latin typeface="Arial"/>
                <a:ea typeface="Arial"/>
                <a:cs typeface="Arial"/>
                <a:sym typeface="Arial"/>
              </a:defRPr>
            </a:lvl2pPr>
            <a:lvl3pPr lvl="2" algn="l">
              <a:lnSpc>
                <a:spcPct val="100000"/>
              </a:lnSpc>
              <a:spcBef>
                <a:spcPts val="0"/>
              </a:spcBef>
              <a:spcAft>
                <a:spcPts val="0"/>
              </a:spcAft>
              <a:buSzPts val="1800"/>
              <a:buNone/>
              <a:defRPr sz="2400" b="1">
                <a:solidFill>
                  <a:srgbClr val="FFFFFF"/>
                </a:solidFill>
                <a:latin typeface="Arial"/>
                <a:ea typeface="Arial"/>
                <a:cs typeface="Arial"/>
                <a:sym typeface="Arial"/>
              </a:defRPr>
            </a:lvl3pPr>
            <a:lvl4pPr lvl="3" algn="l">
              <a:lnSpc>
                <a:spcPct val="100000"/>
              </a:lnSpc>
              <a:spcBef>
                <a:spcPts val="0"/>
              </a:spcBef>
              <a:spcAft>
                <a:spcPts val="0"/>
              </a:spcAft>
              <a:buSzPts val="1800"/>
              <a:buNone/>
              <a:defRPr sz="2400" b="1">
                <a:solidFill>
                  <a:srgbClr val="FFFFFF"/>
                </a:solidFill>
                <a:latin typeface="Arial"/>
                <a:ea typeface="Arial"/>
                <a:cs typeface="Arial"/>
                <a:sym typeface="Arial"/>
              </a:defRPr>
            </a:lvl4pPr>
            <a:lvl5pPr lvl="4" algn="l">
              <a:lnSpc>
                <a:spcPct val="100000"/>
              </a:lnSpc>
              <a:spcBef>
                <a:spcPts val="0"/>
              </a:spcBef>
              <a:spcAft>
                <a:spcPts val="0"/>
              </a:spcAft>
              <a:buSzPts val="1800"/>
              <a:buNone/>
              <a:defRPr sz="2400" b="1">
                <a:solidFill>
                  <a:srgbClr val="FFFFFF"/>
                </a:solidFill>
                <a:latin typeface="Arial"/>
                <a:ea typeface="Arial"/>
                <a:cs typeface="Arial"/>
                <a:sym typeface="Arial"/>
              </a:defRPr>
            </a:lvl5pPr>
            <a:lvl6pPr lvl="5" algn="l">
              <a:lnSpc>
                <a:spcPct val="100000"/>
              </a:lnSpc>
              <a:spcBef>
                <a:spcPts val="0"/>
              </a:spcBef>
              <a:spcAft>
                <a:spcPts val="0"/>
              </a:spcAft>
              <a:buSzPts val="1800"/>
              <a:buNone/>
              <a:defRPr sz="2400" b="1">
                <a:solidFill>
                  <a:srgbClr val="FFFFFF"/>
                </a:solidFill>
                <a:latin typeface="Arial"/>
                <a:ea typeface="Arial"/>
                <a:cs typeface="Arial"/>
                <a:sym typeface="Arial"/>
              </a:defRPr>
            </a:lvl6pPr>
            <a:lvl7pPr lvl="6" algn="l">
              <a:lnSpc>
                <a:spcPct val="100000"/>
              </a:lnSpc>
              <a:spcBef>
                <a:spcPts val="0"/>
              </a:spcBef>
              <a:spcAft>
                <a:spcPts val="0"/>
              </a:spcAft>
              <a:buSzPts val="1800"/>
              <a:buNone/>
              <a:defRPr sz="2400" b="1">
                <a:solidFill>
                  <a:srgbClr val="FFFFFF"/>
                </a:solidFill>
                <a:latin typeface="Arial"/>
                <a:ea typeface="Arial"/>
                <a:cs typeface="Arial"/>
                <a:sym typeface="Arial"/>
              </a:defRPr>
            </a:lvl7pPr>
            <a:lvl8pPr lvl="7" algn="l">
              <a:lnSpc>
                <a:spcPct val="100000"/>
              </a:lnSpc>
              <a:spcBef>
                <a:spcPts val="0"/>
              </a:spcBef>
              <a:spcAft>
                <a:spcPts val="0"/>
              </a:spcAft>
              <a:buSzPts val="1800"/>
              <a:buNone/>
              <a:defRPr sz="2400" b="1">
                <a:solidFill>
                  <a:srgbClr val="FFFFFF"/>
                </a:solidFill>
                <a:latin typeface="Arial"/>
                <a:ea typeface="Arial"/>
                <a:cs typeface="Arial"/>
                <a:sym typeface="Arial"/>
              </a:defRPr>
            </a:lvl8pPr>
            <a:lvl9pPr lvl="8" algn="l">
              <a:lnSpc>
                <a:spcPct val="100000"/>
              </a:lnSpc>
              <a:spcBef>
                <a:spcPts val="0"/>
              </a:spcBef>
              <a:spcAft>
                <a:spcPts val="0"/>
              </a:spcAft>
              <a:buSzPts val="1800"/>
              <a:buNone/>
              <a:defRPr sz="2400" b="1">
                <a:solidFill>
                  <a:srgbClr val="FFFFFF"/>
                </a:solidFill>
                <a:latin typeface="Arial"/>
                <a:ea typeface="Arial"/>
                <a:cs typeface="Arial"/>
                <a:sym typeface="Arial"/>
              </a:defRPr>
            </a:lvl9pPr>
          </a:lstStyle>
          <a:p>
            <a:endParaRPr/>
          </a:p>
        </p:txBody>
      </p:sp>
      <p:sp>
        <p:nvSpPr>
          <p:cNvPr id="41" name="Google Shape;41;p7"/>
          <p:cNvSpPr txBox="1">
            <a:spLocks noGrp="1"/>
          </p:cNvSpPr>
          <p:nvPr>
            <p:ph type="body" idx="1"/>
          </p:nvPr>
        </p:nvSpPr>
        <p:spPr>
          <a:xfrm>
            <a:off x="3870600" y="2012633"/>
            <a:ext cx="3707600" cy="41668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1pPr>
            <a:lvl2pPr marL="914400" lvl="1"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2pPr>
            <a:lvl3pPr marL="1371600" lvl="2"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3pPr>
            <a:lvl4pPr marL="1828800" lvl="3"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4pPr>
            <a:lvl5pPr marL="2286000" lvl="4"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5pPr>
            <a:lvl6pPr marL="2743200" lvl="5"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6pPr>
            <a:lvl7pPr marL="3200400" lvl="6"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7pPr>
            <a:lvl8pPr marL="3657600" lvl="7"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8pPr>
            <a:lvl9pPr marL="4114800" lvl="8"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9pPr>
          </a:lstStyle>
          <a:p>
            <a:endParaRPr/>
          </a:p>
        </p:txBody>
      </p:sp>
      <p:sp>
        <p:nvSpPr>
          <p:cNvPr id="42" name="Google Shape;42;p7"/>
          <p:cNvSpPr txBox="1">
            <a:spLocks noGrp="1"/>
          </p:cNvSpPr>
          <p:nvPr>
            <p:ph type="body" idx="2"/>
          </p:nvPr>
        </p:nvSpPr>
        <p:spPr>
          <a:xfrm>
            <a:off x="7787639" y="2012633"/>
            <a:ext cx="3707600" cy="4166800"/>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1pPr>
            <a:lvl2pPr marL="914400" lvl="1"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2pPr>
            <a:lvl3pPr marL="1371600" lvl="2"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3pPr>
            <a:lvl4pPr marL="1828800" lvl="3"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4pPr>
            <a:lvl5pPr marL="2286000" lvl="4"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5pPr>
            <a:lvl6pPr marL="2743200" lvl="5"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6pPr>
            <a:lvl7pPr marL="3200400" lvl="6"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7pPr>
            <a:lvl8pPr marL="3657600" lvl="7"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8pPr>
            <a:lvl9pPr marL="4114800" lvl="8" indent="-342900" algn="l">
              <a:lnSpc>
                <a:spcPct val="100000"/>
              </a:lnSpc>
              <a:spcBef>
                <a:spcPts val="0"/>
              </a:spcBef>
              <a:spcAft>
                <a:spcPts val="0"/>
              </a:spcAft>
              <a:buClr>
                <a:srgbClr val="FFFFFF"/>
              </a:buClr>
              <a:buSzPts val="1800"/>
              <a:buFont typeface="Arial"/>
              <a:buChar char="■"/>
              <a:defRPr sz="2400">
                <a:solidFill>
                  <a:srgbClr val="FFFFFF"/>
                </a:solidFill>
                <a:latin typeface="Arial"/>
                <a:ea typeface="Arial"/>
                <a:cs typeface="Arial"/>
                <a:sym typeface="Arial"/>
              </a:defRPr>
            </a:lvl9pPr>
          </a:lstStyle>
          <a:p>
            <a:endParaRPr/>
          </a:p>
        </p:txBody>
      </p:sp>
      <p:sp>
        <p:nvSpPr>
          <p:cNvPr id="43" name="Google Shape;43;p7"/>
          <p:cNvSpPr txBox="1">
            <a:spLocks noGrp="1"/>
          </p:cNvSpPr>
          <p:nvPr>
            <p:ph type="sldNum" idx="12"/>
          </p:nvPr>
        </p:nvSpPr>
        <p:spPr>
          <a:xfrm>
            <a:off x="11372893" y="6333135"/>
            <a:ext cx="731600" cy="524800"/>
          </a:xfrm>
          <a:prstGeom prst="rect">
            <a:avLst/>
          </a:prstGeom>
          <a:noFill/>
          <a:ln>
            <a:noFill/>
          </a:ln>
        </p:spPr>
        <p:txBody>
          <a:bodyPr spcFirstLastPara="1" wrap="square" lIns="91425" tIns="91425" rIns="91425" bIns="91425" anchor="t"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3870600" y="2012633"/>
            <a:ext cx="7624800" cy="4166800"/>
          </a:xfrm>
          <a:prstGeom prst="rect">
            <a:avLst/>
          </a:prstGeom>
          <a:noFill/>
          <a:ln>
            <a:noFill/>
          </a:ln>
        </p:spPr>
        <p:txBody>
          <a:bodyPr spcFirstLastPara="1" wrap="square" lIns="91425" tIns="91425" rIns="91425" bIns="91425" anchor="t" anchorCtr="0">
            <a:noAutofit/>
          </a:bodyPr>
          <a:lstStyle>
            <a:lvl1pPr marL="457200" marR="0" lvl="0" indent="-355600" algn="l" rtl="0">
              <a:lnSpc>
                <a:spcPct val="100000"/>
              </a:lnSpc>
              <a:spcBef>
                <a:spcPts val="0"/>
              </a:spcBef>
              <a:spcAft>
                <a:spcPts val="0"/>
              </a:spcAft>
              <a:buClr>
                <a:schemeClr val="lt1"/>
              </a:buClr>
              <a:buSzPts val="2000"/>
              <a:buFont typeface="Arial"/>
              <a:buChar char="➜"/>
              <a:defRPr sz="2400" b="0" i="0" u="none" strike="noStrike" cap="none">
                <a:solidFill>
                  <a:schemeClr val="lt1"/>
                </a:solidFill>
                <a:latin typeface="Arial"/>
                <a:ea typeface="Arial"/>
                <a:cs typeface="Arial"/>
                <a:sym typeface="Arial"/>
              </a:defRPr>
            </a:lvl1pPr>
            <a:lvl2pPr marL="914400" marR="0" lvl="1" indent="-342900" algn="l" rtl="0">
              <a:lnSpc>
                <a:spcPct val="100000"/>
              </a:lnSpc>
              <a:spcBef>
                <a:spcPts val="0"/>
              </a:spcBef>
              <a:spcAft>
                <a:spcPts val="0"/>
              </a:spcAft>
              <a:buClr>
                <a:schemeClr val="lt1"/>
              </a:buClr>
              <a:buSzPts val="1800"/>
              <a:buFont typeface="Arial"/>
              <a:buChar char="○"/>
              <a:defRPr sz="2400" b="0" i="0" u="none" strike="noStrike" cap="none">
                <a:solidFill>
                  <a:schemeClr val="lt1"/>
                </a:solidFill>
                <a:latin typeface="Arial"/>
                <a:ea typeface="Arial"/>
                <a:cs typeface="Arial"/>
                <a:sym typeface="Arial"/>
              </a:defRPr>
            </a:lvl2pPr>
            <a:lvl3pPr marL="1371600" marR="0" lvl="2" indent="-381000" algn="l" rtl="0">
              <a:lnSpc>
                <a:spcPct val="100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3pPr>
            <a:lvl4pPr marL="1828800" marR="0" lvl="3" indent="-381000" algn="l" rtl="0">
              <a:lnSpc>
                <a:spcPct val="100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4pPr>
            <a:lvl5pPr marL="2286000" marR="0" lvl="4" indent="-381000" algn="l" rtl="0">
              <a:lnSpc>
                <a:spcPct val="100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5pPr>
            <a:lvl6pPr marL="2743200" marR="0" lvl="5" indent="-381000" algn="l" rtl="0">
              <a:lnSpc>
                <a:spcPct val="100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6pPr>
            <a:lvl7pPr marL="3200400" marR="0" lvl="6" indent="-381000" algn="l" rtl="0">
              <a:lnSpc>
                <a:spcPct val="100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7pPr>
            <a:lvl8pPr marL="3657600" marR="0" lvl="7" indent="-381000" algn="l" rtl="0">
              <a:lnSpc>
                <a:spcPct val="100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8pPr>
            <a:lvl9pPr marL="4114800" marR="0" lvl="8" indent="-381000" algn="l" rtl="0">
              <a:lnSpc>
                <a:spcPct val="100000"/>
              </a:lnSpc>
              <a:spcBef>
                <a:spcPts val="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9pPr>
          </a:lstStyle>
          <a:p>
            <a:endParaRPr/>
          </a:p>
        </p:txBody>
      </p:sp>
      <p:sp>
        <p:nvSpPr>
          <p:cNvPr id="11" name="Google Shape;11;p1"/>
          <p:cNvSpPr txBox="1">
            <a:spLocks noGrp="1"/>
          </p:cNvSpPr>
          <p:nvPr>
            <p:ph type="title"/>
          </p:nvPr>
        </p:nvSpPr>
        <p:spPr>
          <a:xfrm>
            <a:off x="3870367" y="403167"/>
            <a:ext cx="7624800" cy="6708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Arial"/>
                <a:ea typeface="Arial"/>
                <a:cs typeface="Arial"/>
                <a:sym typeface="Arial"/>
              </a:defRPr>
            </a:lvl9pPr>
          </a:lstStyle>
          <a:p>
            <a:endParaRPr/>
          </a:p>
        </p:txBody>
      </p:sp>
      <p:sp>
        <p:nvSpPr>
          <p:cNvPr id="12" name="Google Shape;12;p1"/>
          <p:cNvSpPr txBox="1">
            <a:spLocks noGrp="1"/>
          </p:cNvSpPr>
          <p:nvPr>
            <p:ph type="sldNum" idx="12"/>
          </p:nvPr>
        </p:nvSpPr>
        <p:spPr>
          <a:xfrm>
            <a:off x="11372893" y="6333135"/>
            <a:ext cx="731600" cy="524800"/>
          </a:xfrm>
          <a:prstGeom prst="rect">
            <a:avLst/>
          </a:prstGeom>
          <a:noFill/>
          <a:ln>
            <a:noFill/>
          </a:ln>
        </p:spPr>
        <p:txBody>
          <a:bodyPr spcFirstLastPara="1" wrap="square" lIns="91425" tIns="91425" rIns="91425" bIns="91425" anchor="t"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3695278" y="1149400"/>
            <a:ext cx="4862100" cy="4863900"/>
          </a:xfrm>
          <a:prstGeom prst="rect">
            <a:avLst/>
          </a:prstGeom>
          <a:noFill/>
          <a:ln>
            <a:noFill/>
          </a:ln>
        </p:spPr>
        <p:txBody>
          <a:bodyPr spcFirstLastPara="1" wrap="square" lIns="121900" tIns="121900" rIns="121900" bIns="121900" anchor="ctr" anchorCtr="0">
            <a:noAutofit/>
          </a:bodyPr>
          <a:lstStyle/>
          <a:p>
            <a:pPr marL="0" lvl="0" indent="0" algn="ctr" rtl="0">
              <a:lnSpc>
                <a:spcPct val="100000"/>
              </a:lnSpc>
              <a:spcBef>
                <a:spcPts val="0"/>
              </a:spcBef>
              <a:spcAft>
                <a:spcPts val="0"/>
              </a:spcAft>
              <a:buSzPts val="2600"/>
              <a:buNone/>
            </a:pPr>
            <a:r>
              <a:rPr lang="en" sz="3466"/>
              <a:t>Are Wind Speed    and Wave Height Coherent?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1586800" y="22167"/>
            <a:ext cx="9018300" cy="670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300"/>
              <a:t>National Data Buoy Center 46026</a:t>
            </a:r>
            <a:endParaRPr sz="3300"/>
          </a:p>
          <a:p>
            <a:pPr marL="0" lvl="0" indent="0" algn="ctr" rtl="0">
              <a:spcBef>
                <a:spcPts val="0"/>
              </a:spcBef>
              <a:spcAft>
                <a:spcPts val="0"/>
              </a:spcAft>
              <a:buNone/>
            </a:pPr>
            <a:r>
              <a:rPr lang="en" sz="3300"/>
              <a:t>37.7N, 122.8W</a:t>
            </a:r>
            <a:endParaRPr sz="3300"/>
          </a:p>
        </p:txBody>
      </p:sp>
      <p:sp>
        <p:nvSpPr>
          <p:cNvPr id="56" name="Google Shape;56;p9"/>
          <p:cNvSpPr txBox="1">
            <a:spLocks noGrp="1"/>
          </p:cNvSpPr>
          <p:nvPr>
            <p:ph type="sldNum" idx="12"/>
          </p:nvPr>
        </p:nvSpPr>
        <p:spPr>
          <a:xfrm>
            <a:off x="5730212" y="6333135"/>
            <a:ext cx="731700" cy="524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000"/>
              <a:buFont typeface="Arial"/>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
        <p:cNvGrpSpPr/>
        <p:nvPr/>
      </p:nvGrpSpPr>
      <p:grpSpPr>
        <a:xfrm>
          <a:off x="0" y="0"/>
          <a:ext cx="0" cy="0"/>
          <a:chOff x="0" y="0"/>
          <a:chExt cx="0" cy="0"/>
        </a:xfrm>
      </p:grpSpPr>
      <p:sp>
        <p:nvSpPr>
          <p:cNvPr id="61" name="Google Shape;61;p10"/>
          <p:cNvSpPr txBox="1">
            <a:spLocks noGrp="1"/>
          </p:cNvSpPr>
          <p:nvPr>
            <p:ph type="body" idx="1"/>
          </p:nvPr>
        </p:nvSpPr>
        <p:spPr>
          <a:xfrm>
            <a:off x="993500" y="235840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i="0">
                <a:latin typeface="Courier New"/>
                <a:ea typeface="Courier New"/>
                <a:cs typeface="Courier New"/>
                <a:sym typeface="Courier New"/>
              </a:rPr>
              <a:t>Hourly Wind Speed</a:t>
            </a:r>
            <a:endParaRPr sz="3833" b="1" i="0">
              <a:latin typeface="Courier New"/>
              <a:ea typeface="Courier New"/>
              <a:cs typeface="Courier New"/>
              <a:sym typeface="Courier New"/>
            </a:endParaRPr>
          </a:p>
        </p:txBody>
      </p:sp>
      <p:sp>
        <p:nvSpPr>
          <p:cNvPr id="62" name="Google Shape;62;p10"/>
          <p:cNvSpPr txBox="1">
            <a:spLocks noGrp="1"/>
          </p:cNvSpPr>
          <p:nvPr>
            <p:ph type="sldNum" idx="12"/>
          </p:nvPr>
        </p:nvSpPr>
        <p:spPr>
          <a:xfrm>
            <a:off x="5730179" y="6333135"/>
            <a:ext cx="731600" cy="524800"/>
          </a:xfrm>
          <a:prstGeom prst="rect">
            <a:avLst/>
          </a:prstGeom>
          <a:noFill/>
          <a:ln>
            <a:noFill/>
          </a:ln>
        </p:spPr>
        <p:txBody>
          <a:bodyPr spcFirstLastPara="1" wrap="square" lIns="121900" tIns="121900" rIns="121900" bIns="121900" anchor="t" anchorCtr="0">
            <a:noAutofit/>
          </a:bodyPr>
          <a:lstStyle/>
          <a:p>
            <a:pPr marL="0" lvl="0" indent="0" algn="ctr" rtl="0">
              <a:lnSpc>
                <a:spcPct val="100000"/>
              </a:lnSpc>
              <a:spcBef>
                <a:spcPts val="0"/>
              </a:spcBef>
              <a:spcAft>
                <a:spcPts val="0"/>
              </a:spcAft>
              <a:buSzPts val="1000"/>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993500" y="235840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i="0">
                <a:latin typeface="Courier New"/>
                <a:ea typeface="Courier New"/>
                <a:cs typeface="Courier New"/>
                <a:sym typeface="Courier New"/>
              </a:rPr>
              <a:t>Hourly Wind Speed</a:t>
            </a:r>
            <a:endParaRPr sz="3833" b="1" i="0">
              <a:latin typeface="Courier New"/>
              <a:ea typeface="Courier New"/>
              <a:cs typeface="Courier New"/>
              <a:sym typeface="Courier New"/>
            </a:endParaRPr>
          </a:p>
        </p:txBody>
      </p:sp>
      <p:sp>
        <p:nvSpPr>
          <p:cNvPr id="68" name="Google Shape;68;p11"/>
          <p:cNvSpPr txBox="1">
            <a:spLocks noGrp="1"/>
          </p:cNvSpPr>
          <p:nvPr>
            <p:ph type="sldNum" idx="12"/>
          </p:nvPr>
        </p:nvSpPr>
        <p:spPr>
          <a:xfrm>
            <a:off x="5730179" y="6333135"/>
            <a:ext cx="731700" cy="524700"/>
          </a:xfrm>
          <a:prstGeom prst="rect">
            <a:avLst/>
          </a:prstGeom>
          <a:noFill/>
          <a:ln>
            <a:noFill/>
          </a:ln>
        </p:spPr>
        <p:txBody>
          <a:bodyPr spcFirstLastPara="1" wrap="square" lIns="121900" tIns="121900" rIns="121900" bIns="121900" anchor="t" anchorCtr="0">
            <a:noAutofit/>
          </a:bodyPr>
          <a:lstStyle/>
          <a:p>
            <a:pPr marL="0" lvl="0" indent="0" algn="ctr" rtl="0">
              <a:lnSpc>
                <a:spcPct val="100000"/>
              </a:lnSpc>
              <a:spcBef>
                <a:spcPts val="0"/>
              </a:spcBef>
              <a:spcAft>
                <a:spcPts val="0"/>
              </a:spcAft>
              <a:buSzPts val="1000"/>
              <a:buNone/>
            </a:pPr>
            <a:fld id="{00000000-1234-1234-1234-123412341234}" type="slidenum">
              <a:rPr lang="en"/>
              <a:t>4</a:t>
            </a:fld>
            <a:endParaRPr/>
          </a:p>
        </p:txBody>
      </p:sp>
      <p:sp>
        <p:nvSpPr>
          <p:cNvPr id="69" name="Google Shape;69;p11"/>
          <p:cNvSpPr txBox="1">
            <a:spLocks noGrp="1"/>
          </p:cNvSpPr>
          <p:nvPr>
            <p:ph type="body" idx="1"/>
          </p:nvPr>
        </p:nvSpPr>
        <p:spPr>
          <a:xfrm>
            <a:off x="993500" y="342520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i="0">
                <a:latin typeface="Courier New"/>
                <a:ea typeface="Courier New"/>
                <a:cs typeface="Courier New"/>
                <a:sym typeface="Courier New"/>
              </a:rPr>
              <a:t>Hourly Significant Wave Height</a:t>
            </a:r>
            <a:endParaRPr sz="3833" b="1" i="0">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3"/>
        <p:cNvGrpSpPr/>
        <p:nvPr/>
      </p:nvGrpSpPr>
      <p:grpSpPr>
        <a:xfrm>
          <a:off x="0" y="0"/>
          <a:ext cx="0" cy="0"/>
          <a:chOff x="0" y="0"/>
          <a:chExt cx="0" cy="0"/>
        </a:xfrm>
      </p:grpSpPr>
      <p:sp>
        <p:nvSpPr>
          <p:cNvPr id="74" name="Google Shape;74;p12"/>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2"/>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00"/>
                </a:solidFill>
                <a:latin typeface="Courier New"/>
                <a:ea typeface="Courier New"/>
                <a:cs typeface="Courier New"/>
                <a:sym typeface="Courier New"/>
              </a:rPr>
              <a:t>1995-2021</a:t>
            </a:r>
            <a:endParaRPr sz="3833" b="1" i="0">
              <a:solidFill>
                <a:srgbClr val="FFFF00"/>
              </a:solidFill>
              <a:latin typeface="Courier New"/>
              <a:ea typeface="Courier New"/>
              <a:cs typeface="Courier New"/>
              <a:sym typeface="Courier New"/>
            </a:endParaRPr>
          </a:p>
        </p:txBody>
      </p:sp>
      <p:sp>
        <p:nvSpPr>
          <p:cNvPr id="76" name="Google Shape;76;p12"/>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solidFill>
                  <a:srgbClr val="FFFFFF"/>
                </a:solidFill>
              </a:rPr>
              <a:t>5</a:t>
            </a:fld>
            <a:endParaRPr>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0"/>
        <p:cNvGrpSpPr/>
        <p:nvPr/>
      </p:nvGrpSpPr>
      <p:grpSpPr>
        <a:xfrm>
          <a:off x="0" y="0"/>
          <a:ext cx="0" cy="0"/>
          <a:chOff x="0" y="0"/>
          <a:chExt cx="0" cy="0"/>
        </a:xfrm>
      </p:grpSpPr>
      <p:sp>
        <p:nvSpPr>
          <p:cNvPr id="81" name="Google Shape;81;p13"/>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3"/>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1995-2021</a:t>
            </a:r>
            <a:endParaRPr sz="3833" b="1" i="0">
              <a:latin typeface="Courier New"/>
              <a:ea typeface="Courier New"/>
              <a:cs typeface="Courier New"/>
              <a:sym typeface="Courier New"/>
            </a:endParaRPr>
          </a:p>
        </p:txBody>
      </p:sp>
      <p:sp>
        <p:nvSpPr>
          <p:cNvPr id="83" name="Google Shape;83;p13"/>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6</a:t>
            </a:fld>
            <a:endParaRPr>
              <a:solidFill>
                <a:srgbClr val="FFFFFF"/>
              </a:solidFill>
            </a:endParaRPr>
          </a:p>
        </p:txBody>
      </p:sp>
      <p:sp>
        <p:nvSpPr>
          <p:cNvPr id="84" name="Google Shape;84;p13"/>
          <p:cNvSpPr txBox="1">
            <a:spLocks noGrp="1"/>
          </p:cNvSpPr>
          <p:nvPr>
            <p:ph type="body" idx="4294967295"/>
          </p:nvPr>
        </p:nvSpPr>
        <p:spPr>
          <a:xfrm>
            <a:off x="-304800" y="15234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00"/>
                </a:solidFill>
                <a:latin typeface="Courier New"/>
                <a:ea typeface="Courier New"/>
                <a:cs typeface="Courier New"/>
                <a:sym typeface="Courier New"/>
              </a:rPr>
              <a:t>330618 hourly records</a:t>
            </a:r>
            <a:endParaRPr sz="3833" b="1">
              <a:solidFill>
                <a:srgbClr val="FFFF00"/>
              </a:solidFill>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p:cNvGrpSpPr/>
        <p:nvPr/>
      </p:nvGrpSpPr>
      <p:grpSpPr>
        <a:xfrm>
          <a:off x="0" y="0"/>
          <a:ext cx="0" cy="0"/>
          <a:chOff x="0" y="0"/>
          <a:chExt cx="0" cy="0"/>
        </a:xfrm>
      </p:grpSpPr>
      <p:sp>
        <p:nvSpPr>
          <p:cNvPr id="89" name="Google Shape;89;p14"/>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1995-2021</a:t>
            </a:r>
            <a:endParaRPr sz="3833" b="1" i="0">
              <a:latin typeface="Courier New"/>
              <a:ea typeface="Courier New"/>
              <a:cs typeface="Courier New"/>
              <a:sym typeface="Courier New"/>
            </a:endParaRPr>
          </a:p>
        </p:txBody>
      </p:sp>
      <p:sp>
        <p:nvSpPr>
          <p:cNvPr id="91" name="Google Shape;91;p14"/>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7</a:t>
            </a:fld>
            <a:endParaRPr>
              <a:solidFill>
                <a:srgbClr val="FFFFFF"/>
              </a:solidFill>
            </a:endParaRPr>
          </a:p>
        </p:txBody>
      </p:sp>
      <p:sp>
        <p:nvSpPr>
          <p:cNvPr id="92" name="Google Shape;92;p14"/>
          <p:cNvSpPr txBox="1">
            <a:spLocks noGrp="1"/>
          </p:cNvSpPr>
          <p:nvPr>
            <p:ph type="body" idx="4294967295"/>
          </p:nvPr>
        </p:nvSpPr>
        <p:spPr>
          <a:xfrm>
            <a:off x="-304800" y="15234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330618 hourly records</a:t>
            </a:r>
            <a:endParaRPr sz="3833" b="1">
              <a:latin typeface="Courier New"/>
              <a:ea typeface="Courier New"/>
              <a:cs typeface="Courier New"/>
              <a:sym typeface="Courier New"/>
            </a:endParaRPr>
          </a:p>
        </p:txBody>
      </p:sp>
      <p:sp>
        <p:nvSpPr>
          <p:cNvPr id="93" name="Google Shape;93;p14"/>
          <p:cNvSpPr txBox="1">
            <a:spLocks noGrp="1"/>
          </p:cNvSpPr>
          <p:nvPr>
            <p:ph type="body" idx="4294967295"/>
          </p:nvPr>
        </p:nvSpPr>
        <p:spPr>
          <a:xfrm>
            <a:off x="968600" y="2463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00"/>
                </a:solidFill>
                <a:latin typeface="Courier New"/>
                <a:ea typeface="Courier New"/>
                <a:cs typeface="Courier New"/>
                <a:sym typeface="Courier New"/>
              </a:rPr>
              <a:t>328657 good wind speed records</a:t>
            </a:r>
            <a:endParaRPr sz="3833" b="1">
              <a:solidFill>
                <a:srgbClr val="FFFF00"/>
              </a:solidFill>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7"/>
        <p:cNvGrpSpPr/>
        <p:nvPr/>
      </p:nvGrpSpPr>
      <p:grpSpPr>
        <a:xfrm>
          <a:off x="0" y="0"/>
          <a:ext cx="0" cy="0"/>
          <a:chOff x="0" y="0"/>
          <a:chExt cx="0" cy="0"/>
        </a:xfrm>
      </p:grpSpPr>
      <p:sp>
        <p:nvSpPr>
          <p:cNvPr id="98" name="Google Shape;98;p15"/>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1995-2021</a:t>
            </a:r>
            <a:endParaRPr sz="3833" b="1" i="0">
              <a:latin typeface="Courier New"/>
              <a:ea typeface="Courier New"/>
              <a:cs typeface="Courier New"/>
              <a:sym typeface="Courier New"/>
            </a:endParaRPr>
          </a:p>
        </p:txBody>
      </p:sp>
      <p:sp>
        <p:nvSpPr>
          <p:cNvPr id="100" name="Google Shape;100;p15"/>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8</a:t>
            </a:fld>
            <a:endParaRPr>
              <a:solidFill>
                <a:srgbClr val="FFFFFF"/>
              </a:solidFill>
            </a:endParaRPr>
          </a:p>
        </p:txBody>
      </p:sp>
      <p:sp>
        <p:nvSpPr>
          <p:cNvPr id="101" name="Google Shape;101;p15"/>
          <p:cNvSpPr txBox="1">
            <a:spLocks noGrp="1"/>
          </p:cNvSpPr>
          <p:nvPr>
            <p:ph type="body" idx="4294967295"/>
          </p:nvPr>
        </p:nvSpPr>
        <p:spPr>
          <a:xfrm>
            <a:off x="-304800" y="15234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330618 hourly records</a:t>
            </a:r>
            <a:endParaRPr sz="3833" b="1">
              <a:latin typeface="Courier New"/>
              <a:ea typeface="Courier New"/>
              <a:cs typeface="Courier New"/>
              <a:sym typeface="Courier New"/>
            </a:endParaRPr>
          </a:p>
        </p:txBody>
      </p:sp>
      <p:sp>
        <p:nvSpPr>
          <p:cNvPr id="102" name="Google Shape;102;p15"/>
          <p:cNvSpPr txBox="1">
            <a:spLocks noGrp="1"/>
          </p:cNvSpPr>
          <p:nvPr>
            <p:ph type="body" idx="4294967295"/>
          </p:nvPr>
        </p:nvSpPr>
        <p:spPr>
          <a:xfrm>
            <a:off x="968600" y="2463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328657 good wind speed records</a:t>
            </a:r>
            <a:endParaRPr sz="3833" b="1">
              <a:latin typeface="Courier New"/>
              <a:ea typeface="Courier New"/>
              <a:cs typeface="Courier New"/>
              <a:sym typeface="Courier New"/>
            </a:endParaRPr>
          </a:p>
        </p:txBody>
      </p:sp>
      <p:sp>
        <p:nvSpPr>
          <p:cNvPr id="103" name="Google Shape;103;p15"/>
          <p:cNvSpPr txBox="1">
            <a:spLocks noGrp="1"/>
          </p:cNvSpPr>
          <p:nvPr>
            <p:ph type="body" idx="4294967295"/>
          </p:nvPr>
        </p:nvSpPr>
        <p:spPr>
          <a:xfrm>
            <a:off x="1578200" y="3555638"/>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00"/>
                </a:solidFill>
                <a:latin typeface="Courier New"/>
                <a:ea typeface="Courier New"/>
                <a:cs typeface="Courier New"/>
                <a:sym typeface="Courier New"/>
              </a:rPr>
              <a:t>214131 good wave height records :(</a:t>
            </a:r>
            <a:endParaRPr sz="3833" b="1">
              <a:solidFill>
                <a:srgbClr val="FFFF00"/>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7"/>
        <p:cNvGrpSpPr/>
        <p:nvPr/>
      </p:nvGrpSpPr>
      <p:grpSpPr>
        <a:xfrm>
          <a:off x="0" y="0"/>
          <a:ext cx="0" cy="0"/>
          <a:chOff x="0" y="0"/>
          <a:chExt cx="0" cy="0"/>
        </a:xfrm>
      </p:grpSpPr>
      <p:sp>
        <p:nvSpPr>
          <p:cNvPr id="108" name="Google Shape;108;p16"/>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6"/>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1995-2021</a:t>
            </a:r>
            <a:endParaRPr sz="3833" b="1" i="0">
              <a:latin typeface="Courier New"/>
              <a:ea typeface="Courier New"/>
              <a:cs typeface="Courier New"/>
              <a:sym typeface="Courier New"/>
            </a:endParaRPr>
          </a:p>
        </p:txBody>
      </p:sp>
      <p:sp>
        <p:nvSpPr>
          <p:cNvPr id="110" name="Google Shape;110;p16"/>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9</a:t>
            </a:fld>
            <a:endParaRPr>
              <a:solidFill>
                <a:srgbClr val="FFFFFF"/>
              </a:solidFill>
            </a:endParaRPr>
          </a:p>
        </p:txBody>
      </p:sp>
      <p:sp>
        <p:nvSpPr>
          <p:cNvPr id="111" name="Google Shape;111;p16"/>
          <p:cNvSpPr txBox="1">
            <a:spLocks noGrp="1"/>
          </p:cNvSpPr>
          <p:nvPr>
            <p:ph type="body" idx="4294967295"/>
          </p:nvPr>
        </p:nvSpPr>
        <p:spPr>
          <a:xfrm>
            <a:off x="-304800" y="15234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330618 hourly records</a:t>
            </a:r>
            <a:endParaRPr sz="3833" b="1">
              <a:latin typeface="Courier New"/>
              <a:ea typeface="Courier New"/>
              <a:cs typeface="Courier New"/>
              <a:sym typeface="Courier New"/>
            </a:endParaRPr>
          </a:p>
        </p:txBody>
      </p:sp>
      <p:sp>
        <p:nvSpPr>
          <p:cNvPr id="112" name="Google Shape;112;p16"/>
          <p:cNvSpPr txBox="1">
            <a:spLocks noGrp="1"/>
          </p:cNvSpPr>
          <p:nvPr>
            <p:ph type="body" idx="4294967295"/>
          </p:nvPr>
        </p:nvSpPr>
        <p:spPr>
          <a:xfrm>
            <a:off x="968600" y="2463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328657 good wind speed records</a:t>
            </a:r>
            <a:endParaRPr sz="3833" b="1">
              <a:latin typeface="Courier New"/>
              <a:ea typeface="Courier New"/>
              <a:cs typeface="Courier New"/>
              <a:sym typeface="Courier New"/>
            </a:endParaRPr>
          </a:p>
        </p:txBody>
      </p:sp>
      <p:sp>
        <p:nvSpPr>
          <p:cNvPr id="113" name="Google Shape;113;p16"/>
          <p:cNvSpPr txBox="1">
            <a:spLocks noGrp="1"/>
          </p:cNvSpPr>
          <p:nvPr>
            <p:ph type="body" idx="4294967295"/>
          </p:nvPr>
        </p:nvSpPr>
        <p:spPr>
          <a:xfrm>
            <a:off x="1578200" y="3555638"/>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214131 good wave height records :(</a:t>
            </a:r>
            <a:endParaRPr sz="3833" b="1">
              <a:latin typeface="Courier New"/>
              <a:ea typeface="Courier New"/>
              <a:cs typeface="Courier New"/>
              <a:sym typeface="Courier New"/>
            </a:endParaRPr>
          </a:p>
        </p:txBody>
      </p:sp>
      <p:sp>
        <p:nvSpPr>
          <p:cNvPr id="114" name="Google Shape;114;p16"/>
          <p:cNvSpPr txBox="1">
            <a:spLocks noGrp="1"/>
          </p:cNvSpPr>
          <p:nvPr>
            <p:ph type="body" idx="4294967295"/>
          </p:nvPr>
        </p:nvSpPr>
        <p:spPr>
          <a:xfrm>
            <a:off x="1121000" y="4571738"/>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00"/>
                </a:solidFill>
                <a:latin typeface="Courier New"/>
                <a:ea typeface="Courier New"/>
                <a:cs typeface="Courier New"/>
                <a:sym typeface="Courier New"/>
              </a:rPr>
              <a:t>Gaps in ‘98, ‘00 and ‘09-‘10 :((</a:t>
            </a:r>
            <a:endParaRPr sz="3833" b="1">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8"/>
        <p:cNvGrpSpPr/>
        <p:nvPr/>
      </p:nvGrpSpPr>
      <p:grpSpPr>
        <a:xfrm>
          <a:off x="0" y="0"/>
          <a:ext cx="0" cy="0"/>
          <a:chOff x="0" y="0"/>
          <a:chExt cx="0" cy="0"/>
        </a:xfrm>
      </p:grpSpPr>
      <p:sp>
        <p:nvSpPr>
          <p:cNvPr id="119" name="Google Shape;119;p17"/>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9900"/>
                </a:solidFill>
                <a:latin typeface="Courier New"/>
                <a:ea typeface="Courier New"/>
                <a:cs typeface="Courier New"/>
                <a:sym typeface="Courier New"/>
              </a:rPr>
              <a:t>2003-2017</a:t>
            </a:r>
            <a:endParaRPr sz="3833" b="1" i="0">
              <a:solidFill>
                <a:srgbClr val="FF9900"/>
              </a:solidFill>
              <a:latin typeface="Courier New"/>
              <a:ea typeface="Courier New"/>
              <a:cs typeface="Courier New"/>
              <a:sym typeface="Courier New"/>
            </a:endParaRPr>
          </a:p>
        </p:txBody>
      </p:sp>
      <p:sp>
        <p:nvSpPr>
          <p:cNvPr id="121" name="Google Shape;121;p17"/>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10</a:t>
            </a:fld>
            <a:endParaRPr>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5"/>
        <p:cNvGrpSpPr/>
        <p:nvPr/>
      </p:nvGrpSpPr>
      <p:grpSpPr>
        <a:xfrm>
          <a:off x="0" y="0"/>
          <a:ext cx="0" cy="0"/>
          <a:chOff x="0" y="0"/>
          <a:chExt cx="0" cy="0"/>
        </a:xfrm>
      </p:grpSpPr>
      <p:sp>
        <p:nvSpPr>
          <p:cNvPr id="126" name="Google Shape;126;p18"/>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8"/>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2003-2017</a:t>
            </a:r>
            <a:endParaRPr sz="3833" b="1" i="0">
              <a:latin typeface="Courier New"/>
              <a:ea typeface="Courier New"/>
              <a:cs typeface="Courier New"/>
              <a:sym typeface="Courier New"/>
            </a:endParaRPr>
          </a:p>
        </p:txBody>
      </p:sp>
      <p:sp>
        <p:nvSpPr>
          <p:cNvPr id="128" name="Google Shape;128;p18"/>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11</a:t>
            </a:fld>
            <a:endParaRPr>
              <a:solidFill>
                <a:srgbClr val="FFFFFF"/>
              </a:solidFill>
            </a:endParaRPr>
          </a:p>
        </p:txBody>
      </p:sp>
      <p:sp>
        <p:nvSpPr>
          <p:cNvPr id="129" name="Google Shape;129;p18"/>
          <p:cNvSpPr txBox="1">
            <a:spLocks noGrp="1"/>
          </p:cNvSpPr>
          <p:nvPr>
            <p:ph type="body" idx="4294967295"/>
          </p:nvPr>
        </p:nvSpPr>
        <p:spPr>
          <a:xfrm>
            <a:off x="228600" y="15234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9900"/>
                </a:solidFill>
                <a:latin typeface="Courier New"/>
                <a:ea typeface="Courier New"/>
                <a:cs typeface="Courier New"/>
                <a:sym typeface="Courier New"/>
              </a:rPr>
              <a:t>124769 records</a:t>
            </a:r>
            <a:endParaRPr sz="3833" b="1">
              <a:solidFill>
                <a:srgbClr val="FF9900"/>
              </a:solidFill>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
        <p:cNvGrpSpPr/>
        <p:nvPr/>
      </p:nvGrpSpPr>
      <p:grpSpPr>
        <a:xfrm>
          <a:off x="0" y="0"/>
          <a:ext cx="0" cy="0"/>
          <a:chOff x="0" y="0"/>
          <a:chExt cx="0" cy="0"/>
        </a:xfrm>
      </p:grpSpPr>
      <p:sp>
        <p:nvSpPr>
          <p:cNvPr id="134" name="Google Shape;134;p19"/>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9"/>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2003-2017</a:t>
            </a:r>
            <a:endParaRPr sz="3833" b="1" i="0">
              <a:latin typeface="Courier New"/>
              <a:ea typeface="Courier New"/>
              <a:cs typeface="Courier New"/>
              <a:sym typeface="Courier New"/>
            </a:endParaRPr>
          </a:p>
        </p:txBody>
      </p:sp>
      <p:sp>
        <p:nvSpPr>
          <p:cNvPr id="136" name="Google Shape;136;p19"/>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12</a:t>
            </a:fld>
            <a:endParaRPr>
              <a:solidFill>
                <a:srgbClr val="FFFFFF"/>
              </a:solidFill>
            </a:endParaRPr>
          </a:p>
        </p:txBody>
      </p:sp>
      <p:sp>
        <p:nvSpPr>
          <p:cNvPr id="137" name="Google Shape;137;p19"/>
          <p:cNvSpPr txBox="1">
            <a:spLocks noGrp="1"/>
          </p:cNvSpPr>
          <p:nvPr>
            <p:ph type="body" idx="4294967295"/>
          </p:nvPr>
        </p:nvSpPr>
        <p:spPr>
          <a:xfrm>
            <a:off x="228600" y="15234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124769 records</a:t>
            </a:r>
            <a:endParaRPr sz="3833" b="1">
              <a:latin typeface="Courier New"/>
              <a:ea typeface="Courier New"/>
              <a:cs typeface="Courier New"/>
              <a:sym typeface="Courier New"/>
            </a:endParaRPr>
          </a:p>
        </p:txBody>
      </p:sp>
      <p:sp>
        <p:nvSpPr>
          <p:cNvPr id="138" name="Google Shape;138;p19"/>
          <p:cNvSpPr txBox="1">
            <a:spLocks noGrp="1"/>
          </p:cNvSpPr>
          <p:nvPr>
            <p:ph type="body" idx="4294967295"/>
          </p:nvPr>
        </p:nvSpPr>
        <p:spPr>
          <a:xfrm>
            <a:off x="968600" y="2463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9900"/>
                </a:solidFill>
                <a:latin typeface="Courier New"/>
                <a:ea typeface="Courier New"/>
                <a:cs typeface="Courier New"/>
                <a:sym typeface="Courier New"/>
              </a:rPr>
              <a:t>124440 good records</a:t>
            </a:r>
            <a:endParaRPr sz="3833" b="1">
              <a:solidFill>
                <a:srgbClr val="FF9900"/>
              </a:solidFill>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2"/>
        <p:cNvGrpSpPr/>
        <p:nvPr/>
      </p:nvGrpSpPr>
      <p:grpSpPr>
        <a:xfrm>
          <a:off x="0" y="0"/>
          <a:ext cx="0" cy="0"/>
          <a:chOff x="0" y="0"/>
          <a:chExt cx="0" cy="0"/>
        </a:xfrm>
      </p:grpSpPr>
      <p:sp>
        <p:nvSpPr>
          <p:cNvPr id="143" name="Google Shape;143;p20"/>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0"/>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2003-2017</a:t>
            </a:r>
            <a:endParaRPr sz="3833" b="1" i="0">
              <a:latin typeface="Courier New"/>
              <a:ea typeface="Courier New"/>
              <a:cs typeface="Courier New"/>
              <a:sym typeface="Courier New"/>
            </a:endParaRPr>
          </a:p>
        </p:txBody>
      </p:sp>
      <p:sp>
        <p:nvSpPr>
          <p:cNvPr id="145" name="Google Shape;145;p20"/>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13</a:t>
            </a:fld>
            <a:endParaRPr>
              <a:solidFill>
                <a:srgbClr val="FFFFFF"/>
              </a:solidFill>
            </a:endParaRPr>
          </a:p>
        </p:txBody>
      </p:sp>
      <p:sp>
        <p:nvSpPr>
          <p:cNvPr id="146" name="Google Shape;146;p20"/>
          <p:cNvSpPr txBox="1">
            <a:spLocks noGrp="1"/>
          </p:cNvSpPr>
          <p:nvPr>
            <p:ph type="body" idx="4294967295"/>
          </p:nvPr>
        </p:nvSpPr>
        <p:spPr>
          <a:xfrm>
            <a:off x="228600" y="15234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124769 records</a:t>
            </a:r>
            <a:endParaRPr sz="3833" b="1">
              <a:latin typeface="Courier New"/>
              <a:ea typeface="Courier New"/>
              <a:cs typeface="Courier New"/>
              <a:sym typeface="Courier New"/>
            </a:endParaRPr>
          </a:p>
        </p:txBody>
      </p:sp>
      <p:sp>
        <p:nvSpPr>
          <p:cNvPr id="147" name="Google Shape;147;p20"/>
          <p:cNvSpPr txBox="1">
            <a:spLocks noGrp="1"/>
          </p:cNvSpPr>
          <p:nvPr>
            <p:ph type="body" idx="4294967295"/>
          </p:nvPr>
        </p:nvSpPr>
        <p:spPr>
          <a:xfrm>
            <a:off x="968600" y="2463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FF"/>
                </a:solidFill>
                <a:latin typeface="Courier New"/>
                <a:ea typeface="Courier New"/>
                <a:cs typeface="Courier New"/>
                <a:sym typeface="Courier New"/>
              </a:rPr>
              <a:t>124440 </a:t>
            </a:r>
            <a:r>
              <a:rPr lang="en" sz="3833" b="1">
                <a:latin typeface="Courier New"/>
                <a:ea typeface="Courier New"/>
                <a:cs typeface="Courier New"/>
                <a:sym typeface="Courier New"/>
              </a:rPr>
              <a:t>good records</a:t>
            </a:r>
            <a:endParaRPr sz="3833" b="1">
              <a:latin typeface="Courier New"/>
              <a:ea typeface="Courier New"/>
              <a:cs typeface="Courier New"/>
              <a:sym typeface="Courier New"/>
            </a:endParaRPr>
          </a:p>
        </p:txBody>
      </p:sp>
      <p:sp>
        <p:nvSpPr>
          <p:cNvPr id="148" name="Google Shape;148;p20"/>
          <p:cNvSpPr txBox="1">
            <a:spLocks noGrp="1"/>
          </p:cNvSpPr>
          <p:nvPr>
            <p:ph type="body" idx="4294967295"/>
          </p:nvPr>
        </p:nvSpPr>
        <p:spPr>
          <a:xfrm>
            <a:off x="133950" y="3555650"/>
            <a:ext cx="120771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9900"/>
                </a:solidFill>
                <a:latin typeface="Courier New"/>
                <a:ea typeface="Courier New"/>
                <a:cs typeface="Courier New"/>
                <a:sym typeface="Courier New"/>
              </a:rPr>
              <a:t>Careful segmenting to avoid ‘09-‘11 gap</a:t>
            </a:r>
            <a:endParaRPr sz="3833" b="1">
              <a:solidFill>
                <a:srgbClr val="FF9900"/>
              </a:solidFill>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2"/>
        <p:cNvGrpSpPr/>
        <p:nvPr/>
      </p:nvGrpSpPr>
      <p:grpSpPr>
        <a:xfrm>
          <a:off x="0" y="0"/>
          <a:ext cx="0" cy="0"/>
          <a:chOff x="0" y="0"/>
          <a:chExt cx="0" cy="0"/>
        </a:xfrm>
      </p:grpSpPr>
      <p:sp>
        <p:nvSpPr>
          <p:cNvPr id="153" name="Google Shape;153;p21"/>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1"/>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2003-2017</a:t>
            </a:r>
            <a:endParaRPr sz="3833" b="1" i="0">
              <a:latin typeface="Courier New"/>
              <a:ea typeface="Courier New"/>
              <a:cs typeface="Courier New"/>
              <a:sym typeface="Courier New"/>
            </a:endParaRPr>
          </a:p>
        </p:txBody>
      </p:sp>
      <p:sp>
        <p:nvSpPr>
          <p:cNvPr id="155" name="Google Shape;155;p21"/>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14</a:t>
            </a:fld>
            <a:endParaRPr>
              <a:solidFill>
                <a:srgbClr val="FFFFFF"/>
              </a:solidFill>
            </a:endParaRPr>
          </a:p>
        </p:txBody>
      </p:sp>
      <p:sp>
        <p:nvSpPr>
          <p:cNvPr id="156" name="Google Shape;156;p21"/>
          <p:cNvSpPr txBox="1">
            <a:spLocks noGrp="1"/>
          </p:cNvSpPr>
          <p:nvPr>
            <p:ph type="body" idx="4294967295"/>
          </p:nvPr>
        </p:nvSpPr>
        <p:spPr>
          <a:xfrm>
            <a:off x="228600" y="15234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latin typeface="Courier New"/>
                <a:ea typeface="Courier New"/>
                <a:cs typeface="Courier New"/>
                <a:sym typeface="Courier New"/>
              </a:rPr>
              <a:t>124769 records</a:t>
            </a:r>
            <a:endParaRPr sz="3833" b="1">
              <a:latin typeface="Courier New"/>
              <a:ea typeface="Courier New"/>
              <a:cs typeface="Courier New"/>
              <a:sym typeface="Courier New"/>
            </a:endParaRPr>
          </a:p>
        </p:txBody>
      </p:sp>
      <p:sp>
        <p:nvSpPr>
          <p:cNvPr id="157" name="Google Shape;157;p21"/>
          <p:cNvSpPr txBox="1">
            <a:spLocks noGrp="1"/>
          </p:cNvSpPr>
          <p:nvPr>
            <p:ph type="body" idx="4294967295"/>
          </p:nvPr>
        </p:nvSpPr>
        <p:spPr>
          <a:xfrm>
            <a:off x="968600" y="2463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FF"/>
                </a:solidFill>
                <a:latin typeface="Courier New"/>
                <a:ea typeface="Courier New"/>
                <a:cs typeface="Courier New"/>
                <a:sym typeface="Courier New"/>
              </a:rPr>
              <a:t>124440 </a:t>
            </a:r>
            <a:r>
              <a:rPr lang="en" sz="3833" b="1">
                <a:latin typeface="Courier New"/>
                <a:ea typeface="Courier New"/>
                <a:cs typeface="Courier New"/>
                <a:sym typeface="Courier New"/>
              </a:rPr>
              <a:t>good records</a:t>
            </a:r>
            <a:endParaRPr sz="3833" b="1">
              <a:latin typeface="Courier New"/>
              <a:ea typeface="Courier New"/>
              <a:cs typeface="Courier New"/>
              <a:sym typeface="Courier New"/>
            </a:endParaRPr>
          </a:p>
        </p:txBody>
      </p:sp>
      <p:sp>
        <p:nvSpPr>
          <p:cNvPr id="158" name="Google Shape;158;p21"/>
          <p:cNvSpPr txBox="1">
            <a:spLocks noGrp="1"/>
          </p:cNvSpPr>
          <p:nvPr>
            <p:ph type="body" idx="4294967295"/>
          </p:nvPr>
        </p:nvSpPr>
        <p:spPr>
          <a:xfrm>
            <a:off x="133950" y="3555650"/>
            <a:ext cx="120771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FF"/>
                </a:solidFill>
                <a:latin typeface="Courier New"/>
                <a:ea typeface="Courier New"/>
                <a:cs typeface="Courier New"/>
                <a:sym typeface="Courier New"/>
              </a:rPr>
              <a:t>Careful segmenting to avoid ‘09-‘11 gap</a:t>
            </a:r>
            <a:endParaRPr sz="3833" b="1">
              <a:solidFill>
                <a:srgbClr val="FFFFFF"/>
              </a:solidFill>
              <a:latin typeface="Courier New"/>
              <a:ea typeface="Courier New"/>
              <a:cs typeface="Courier New"/>
              <a:sym typeface="Courier New"/>
            </a:endParaRPr>
          </a:p>
        </p:txBody>
      </p:sp>
      <p:sp>
        <p:nvSpPr>
          <p:cNvPr id="159" name="Google Shape;159;p21"/>
          <p:cNvSpPr txBox="1">
            <a:spLocks noGrp="1"/>
          </p:cNvSpPr>
          <p:nvPr>
            <p:ph type="body" idx="4294967295"/>
          </p:nvPr>
        </p:nvSpPr>
        <p:spPr>
          <a:xfrm>
            <a:off x="120275" y="4678750"/>
            <a:ext cx="120771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9900"/>
                </a:solidFill>
                <a:latin typeface="Courier New"/>
                <a:ea typeface="Courier New"/>
                <a:cs typeface="Courier New"/>
                <a:sym typeface="Courier New"/>
              </a:rPr>
              <a:t>Linear interpolation for small gaps</a:t>
            </a:r>
            <a:endParaRPr sz="3833" b="1">
              <a:solidFill>
                <a:srgbClr val="FF9900"/>
              </a:solidFill>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
        <p:cNvGrpSpPr/>
        <p:nvPr/>
      </p:nvGrpSpPr>
      <p:grpSpPr>
        <a:xfrm>
          <a:off x="0" y="0"/>
          <a:ext cx="0" cy="0"/>
          <a:chOff x="0" y="0"/>
          <a:chExt cx="0" cy="0"/>
        </a:xfrm>
      </p:grpSpPr>
      <p:sp>
        <p:nvSpPr>
          <p:cNvPr id="164" name="Google Shape;164;p22"/>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2"/>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00"/>
                </a:solidFill>
                <a:latin typeface="Courier New"/>
                <a:ea typeface="Courier New"/>
                <a:cs typeface="Courier New"/>
                <a:sym typeface="Courier New"/>
              </a:rPr>
              <a:t>32 segments</a:t>
            </a:r>
            <a:endParaRPr sz="3833" b="1" i="0">
              <a:solidFill>
                <a:srgbClr val="FFFF00"/>
              </a:solidFill>
              <a:latin typeface="Courier New"/>
              <a:ea typeface="Courier New"/>
              <a:cs typeface="Courier New"/>
              <a:sym typeface="Courier New"/>
            </a:endParaRPr>
          </a:p>
        </p:txBody>
      </p:sp>
      <p:sp>
        <p:nvSpPr>
          <p:cNvPr id="166" name="Google Shape;166;p22"/>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15</a:t>
            </a:fld>
            <a:endParaRPr>
              <a:solidFill>
                <a:srgbClr val="FFFFFF"/>
              </a:solidFill>
            </a:endParaRPr>
          </a:p>
        </p:txBody>
      </p:sp>
      <p:sp>
        <p:nvSpPr>
          <p:cNvPr id="167" name="Google Shape;167;p22"/>
          <p:cNvSpPr txBox="1">
            <a:spLocks noGrp="1"/>
          </p:cNvSpPr>
          <p:nvPr>
            <p:ph type="body" idx="4294967295"/>
          </p:nvPr>
        </p:nvSpPr>
        <p:spPr>
          <a:xfrm>
            <a:off x="1632025" y="14472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00"/>
                </a:solidFill>
                <a:latin typeface="Courier New"/>
                <a:ea typeface="Courier New"/>
                <a:cs typeface="Courier New"/>
                <a:sym typeface="Courier New"/>
              </a:rPr>
              <a:t>133 days/segment</a:t>
            </a:r>
            <a:endParaRPr sz="3833" b="1">
              <a:solidFill>
                <a:srgbClr val="FFFF00"/>
              </a:solidFill>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1"/>
        <p:cNvGrpSpPr/>
        <p:nvPr/>
      </p:nvGrpSpPr>
      <p:grpSpPr>
        <a:xfrm>
          <a:off x="0" y="0"/>
          <a:ext cx="0" cy="0"/>
          <a:chOff x="0" y="0"/>
          <a:chExt cx="0" cy="0"/>
        </a:xfrm>
      </p:grpSpPr>
      <p:sp>
        <p:nvSpPr>
          <p:cNvPr id="172" name="Google Shape;172;p23"/>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3"/>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strike="sngStrike">
                <a:latin typeface="Courier New"/>
                <a:ea typeface="Courier New"/>
                <a:cs typeface="Courier New"/>
                <a:sym typeface="Courier New"/>
              </a:rPr>
              <a:t>32 segments</a:t>
            </a:r>
            <a:endParaRPr sz="3833" b="1" i="0" strike="sngStrike">
              <a:latin typeface="Courier New"/>
              <a:ea typeface="Courier New"/>
              <a:cs typeface="Courier New"/>
              <a:sym typeface="Courier New"/>
            </a:endParaRPr>
          </a:p>
        </p:txBody>
      </p:sp>
      <p:sp>
        <p:nvSpPr>
          <p:cNvPr id="174" name="Google Shape;174;p23"/>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16</a:t>
            </a:fld>
            <a:endParaRPr>
              <a:solidFill>
                <a:srgbClr val="FFFFFF"/>
              </a:solidFill>
            </a:endParaRPr>
          </a:p>
        </p:txBody>
      </p:sp>
      <p:sp>
        <p:nvSpPr>
          <p:cNvPr id="175" name="Google Shape;175;p23"/>
          <p:cNvSpPr txBox="1">
            <a:spLocks noGrp="1"/>
          </p:cNvSpPr>
          <p:nvPr>
            <p:ph type="body" idx="4294967295"/>
          </p:nvPr>
        </p:nvSpPr>
        <p:spPr>
          <a:xfrm>
            <a:off x="1632025" y="14472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strike="sngStrike">
                <a:latin typeface="Courier New"/>
                <a:ea typeface="Courier New"/>
                <a:cs typeface="Courier New"/>
                <a:sym typeface="Courier New"/>
              </a:rPr>
              <a:t>133 days/segment</a:t>
            </a:r>
            <a:endParaRPr sz="3833" b="1" strike="sngStrike">
              <a:latin typeface="Courier New"/>
              <a:ea typeface="Courier New"/>
              <a:cs typeface="Courier New"/>
              <a:sym typeface="Courier New"/>
            </a:endParaRPr>
          </a:p>
        </p:txBody>
      </p:sp>
      <p:sp>
        <p:nvSpPr>
          <p:cNvPr id="176" name="Google Shape;176;p23"/>
          <p:cNvSpPr txBox="1">
            <a:spLocks noGrp="1"/>
          </p:cNvSpPr>
          <p:nvPr>
            <p:ph type="body" idx="4294967295"/>
          </p:nvPr>
        </p:nvSpPr>
        <p:spPr>
          <a:xfrm>
            <a:off x="-687700" y="24325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00"/>
                </a:solidFill>
                <a:latin typeface="Courier New"/>
                <a:ea typeface="Courier New"/>
                <a:cs typeface="Courier New"/>
                <a:sym typeface="Courier New"/>
              </a:rPr>
              <a:t>8 segments</a:t>
            </a:r>
            <a:endParaRPr sz="3833" b="1">
              <a:solidFill>
                <a:srgbClr val="FFFF00"/>
              </a:solidFill>
              <a:latin typeface="Courier New"/>
              <a:ea typeface="Courier New"/>
              <a:cs typeface="Courier New"/>
              <a:sym typeface="Courier New"/>
            </a:endParaRPr>
          </a:p>
        </p:txBody>
      </p:sp>
      <p:sp>
        <p:nvSpPr>
          <p:cNvPr id="177" name="Google Shape;177;p23"/>
          <p:cNvSpPr txBox="1">
            <a:spLocks noGrp="1"/>
          </p:cNvSpPr>
          <p:nvPr>
            <p:ph type="body" idx="4294967295"/>
          </p:nvPr>
        </p:nvSpPr>
        <p:spPr>
          <a:xfrm>
            <a:off x="-628050" y="3555650"/>
            <a:ext cx="120771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00"/>
                </a:solidFill>
                <a:latin typeface="Courier New"/>
                <a:ea typeface="Courier New"/>
                <a:cs typeface="Courier New"/>
                <a:sym typeface="Courier New"/>
              </a:rPr>
              <a:t>507 days/segment</a:t>
            </a:r>
            <a:endParaRPr sz="3833" b="1">
              <a:solidFill>
                <a:srgbClr val="FFFF00"/>
              </a:solidFill>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1"/>
        <p:cNvGrpSpPr/>
        <p:nvPr/>
      </p:nvGrpSpPr>
      <p:grpSpPr>
        <a:xfrm>
          <a:off x="0" y="0"/>
          <a:ext cx="0" cy="0"/>
          <a:chOff x="0" y="0"/>
          <a:chExt cx="0" cy="0"/>
        </a:xfrm>
      </p:grpSpPr>
      <p:sp>
        <p:nvSpPr>
          <p:cNvPr id="182" name="Google Shape;182;p24"/>
          <p:cNvSpPr/>
          <p:nvPr/>
        </p:nvSpPr>
        <p:spPr>
          <a:xfrm>
            <a:off x="-77125" y="-37725"/>
            <a:ext cx="12471900" cy="7009800"/>
          </a:xfrm>
          <a:prstGeom prst="rect">
            <a:avLst/>
          </a:prstGeom>
          <a:solidFill>
            <a:srgbClr val="CAC8BC">
              <a:alpha val="2737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4"/>
          <p:cNvSpPr txBox="1">
            <a:spLocks noGrp="1"/>
          </p:cNvSpPr>
          <p:nvPr>
            <p:ph type="body" idx="4294967295"/>
          </p:nvPr>
        </p:nvSpPr>
        <p:spPr>
          <a:xfrm>
            <a:off x="893850" y="5073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strike="sngStrike">
                <a:latin typeface="Courier New"/>
                <a:ea typeface="Courier New"/>
                <a:cs typeface="Courier New"/>
                <a:sym typeface="Courier New"/>
              </a:rPr>
              <a:t>32 segments</a:t>
            </a:r>
            <a:endParaRPr sz="3833" b="1" i="0" strike="sngStrike">
              <a:latin typeface="Courier New"/>
              <a:ea typeface="Courier New"/>
              <a:cs typeface="Courier New"/>
              <a:sym typeface="Courier New"/>
            </a:endParaRPr>
          </a:p>
        </p:txBody>
      </p:sp>
      <p:sp>
        <p:nvSpPr>
          <p:cNvPr id="184" name="Google Shape;184;p24"/>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fld id="{00000000-1234-1234-1234-123412341234}" type="slidenum">
              <a:rPr lang="en">
                <a:solidFill>
                  <a:srgbClr val="FFFFFF"/>
                </a:solidFill>
              </a:rPr>
              <a:t>17</a:t>
            </a:fld>
            <a:endParaRPr>
              <a:solidFill>
                <a:srgbClr val="FFFFFF"/>
              </a:solidFill>
            </a:endParaRPr>
          </a:p>
        </p:txBody>
      </p:sp>
      <p:sp>
        <p:nvSpPr>
          <p:cNvPr id="185" name="Google Shape;185;p24"/>
          <p:cNvSpPr txBox="1">
            <a:spLocks noGrp="1"/>
          </p:cNvSpPr>
          <p:nvPr>
            <p:ph type="body" idx="4294967295"/>
          </p:nvPr>
        </p:nvSpPr>
        <p:spPr>
          <a:xfrm>
            <a:off x="1632025" y="14472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strike="sngStrike">
                <a:latin typeface="Courier New"/>
                <a:ea typeface="Courier New"/>
                <a:cs typeface="Courier New"/>
                <a:sym typeface="Courier New"/>
              </a:rPr>
              <a:t>133 days/segment</a:t>
            </a:r>
            <a:endParaRPr sz="3833" b="1" strike="sngStrike">
              <a:latin typeface="Courier New"/>
              <a:ea typeface="Courier New"/>
              <a:cs typeface="Courier New"/>
              <a:sym typeface="Courier New"/>
            </a:endParaRPr>
          </a:p>
        </p:txBody>
      </p:sp>
      <p:sp>
        <p:nvSpPr>
          <p:cNvPr id="186" name="Google Shape;186;p24"/>
          <p:cNvSpPr txBox="1">
            <a:spLocks noGrp="1"/>
          </p:cNvSpPr>
          <p:nvPr>
            <p:ph type="body" idx="4294967295"/>
          </p:nvPr>
        </p:nvSpPr>
        <p:spPr>
          <a:xfrm>
            <a:off x="-687700" y="2432550"/>
            <a:ext cx="104043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FF"/>
                </a:solidFill>
                <a:latin typeface="Courier New"/>
                <a:ea typeface="Courier New"/>
                <a:cs typeface="Courier New"/>
                <a:sym typeface="Courier New"/>
              </a:rPr>
              <a:t>8 segments</a:t>
            </a:r>
            <a:endParaRPr sz="3833" b="1">
              <a:latin typeface="Courier New"/>
              <a:ea typeface="Courier New"/>
              <a:cs typeface="Courier New"/>
              <a:sym typeface="Courier New"/>
            </a:endParaRPr>
          </a:p>
        </p:txBody>
      </p:sp>
      <p:sp>
        <p:nvSpPr>
          <p:cNvPr id="187" name="Google Shape;187;p24"/>
          <p:cNvSpPr txBox="1">
            <a:spLocks noGrp="1"/>
          </p:cNvSpPr>
          <p:nvPr>
            <p:ph type="body" idx="4294967295"/>
          </p:nvPr>
        </p:nvSpPr>
        <p:spPr>
          <a:xfrm>
            <a:off x="-628050" y="3555650"/>
            <a:ext cx="120771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FF"/>
                </a:solidFill>
                <a:latin typeface="Courier New"/>
                <a:ea typeface="Courier New"/>
                <a:cs typeface="Courier New"/>
                <a:sym typeface="Courier New"/>
              </a:rPr>
              <a:t>507 days/segment</a:t>
            </a:r>
            <a:endParaRPr sz="3833" b="1">
              <a:solidFill>
                <a:srgbClr val="FFFFFF"/>
              </a:solidFill>
              <a:latin typeface="Courier New"/>
              <a:ea typeface="Courier New"/>
              <a:cs typeface="Courier New"/>
              <a:sym typeface="Courier New"/>
            </a:endParaRPr>
          </a:p>
        </p:txBody>
      </p:sp>
      <p:sp>
        <p:nvSpPr>
          <p:cNvPr id="188" name="Google Shape;188;p24"/>
          <p:cNvSpPr txBox="1">
            <a:spLocks noGrp="1"/>
          </p:cNvSpPr>
          <p:nvPr>
            <p:ph type="body" idx="4294967295"/>
          </p:nvPr>
        </p:nvSpPr>
        <p:spPr>
          <a:xfrm>
            <a:off x="120275" y="4678750"/>
            <a:ext cx="12077100" cy="1016100"/>
          </a:xfrm>
          <a:prstGeom prst="rect">
            <a:avLst/>
          </a:prstGeom>
          <a:noFill/>
          <a:ln>
            <a:noFill/>
          </a:ln>
        </p:spPr>
        <p:txBody>
          <a:bodyPr spcFirstLastPara="1" wrap="square" lIns="121900" tIns="121900" rIns="121900" bIns="121900" anchor="ctr" anchorCtr="0">
            <a:noAutofit/>
          </a:bodyPr>
          <a:lstStyle/>
          <a:p>
            <a:pPr marL="0" lvl="0" indent="0" algn="ctr" rtl="0">
              <a:lnSpc>
                <a:spcPct val="115000"/>
              </a:lnSpc>
              <a:spcBef>
                <a:spcPts val="0"/>
              </a:spcBef>
              <a:spcAft>
                <a:spcPts val="0"/>
              </a:spcAft>
              <a:buSzPts val="1100"/>
              <a:buNone/>
            </a:pPr>
            <a:r>
              <a:rPr lang="en" sz="3833" b="1">
                <a:solidFill>
                  <a:srgbClr val="FFFF00"/>
                </a:solidFill>
                <a:latin typeface="Courier New"/>
                <a:ea typeface="Courier New"/>
                <a:cs typeface="Courier New"/>
                <a:sym typeface="Courier New"/>
              </a:rPr>
              <a:t>50% overlap → 14 total segments</a:t>
            </a:r>
            <a:endParaRPr sz="3833" b="1">
              <a:solidFill>
                <a:srgbClr val="FFFF00"/>
              </a:solidFill>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pic>
        <p:nvPicPr>
          <p:cNvPr id="193" name="Google Shape;193;p25"/>
          <p:cNvPicPr preferRelativeResize="0"/>
          <p:nvPr/>
        </p:nvPicPr>
        <p:blipFill>
          <a:blip r:embed="rId3">
            <a:alphaModFix/>
          </a:blip>
          <a:stretch>
            <a:fillRect/>
          </a:stretch>
        </p:blipFill>
        <p:spPr>
          <a:xfrm>
            <a:off x="1833013" y="166625"/>
            <a:ext cx="8525981" cy="6705526"/>
          </a:xfrm>
          <a:prstGeom prst="rect">
            <a:avLst/>
          </a:prstGeom>
          <a:noFill/>
          <a:ln>
            <a:noFill/>
          </a:ln>
        </p:spPr>
      </p:pic>
      <p:sp>
        <p:nvSpPr>
          <p:cNvPr id="194" name="Google Shape;194;p25"/>
          <p:cNvSpPr txBox="1">
            <a:spLocks noGrp="1"/>
          </p:cNvSpPr>
          <p:nvPr>
            <p:ph type="sldNum" idx="12"/>
          </p:nvPr>
        </p:nvSpPr>
        <p:spPr>
          <a:xfrm>
            <a:off x="11372893" y="6333135"/>
            <a:ext cx="731600" cy="5248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18</a:t>
            </a:fld>
            <a:endParaRPr>
              <a:solidFill>
                <a:srgbClr val="FFFF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8"/>
        <p:cNvGrpSpPr/>
        <p:nvPr/>
      </p:nvGrpSpPr>
      <p:grpSpPr>
        <a:xfrm>
          <a:off x="0" y="0"/>
          <a:ext cx="0" cy="0"/>
          <a:chOff x="0" y="0"/>
          <a:chExt cx="0" cy="0"/>
        </a:xfrm>
      </p:grpSpPr>
      <p:pic>
        <p:nvPicPr>
          <p:cNvPr id="199" name="Google Shape;199;p26"/>
          <p:cNvPicPr preferRelativeResize="0"/>
          <p:nvPr/>
        </p:nvPicPr>
        <p:blipFill>
          <a:blip r:embed="rId3">
            <a:alphaModFix/>
          </a:blip>
          <a:stretch>
            <a:fillRect/>
          </a:stretch>
        </p:blipFill>
        <p:spPr>
          <a:xfrm>
            <a:off x="1833013" y="166625"/>
            <a:ext cx="8525981" cy="6705526"/>
          </a:xfrm>
          <a:prstGeom prst="rect">
            <a:avLst/>
          </a:prstGeom>
          <a:noFill/>
          <a:ln>
            <a:noFill/>
          </a:ln>
        </p:spPr>
      </p:pic>
      <p:sp>
        <p:nvSpPr>
          <p:cNvPr id="200" name="Google Shape;200;p26"/>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19</a:t>
            </a:fld>
            <a:endParaRPr>
              <a:solidFill>
                <a:srgbClr val="FFFFFF"/>
              </a:solidFill>
            </a:endParaRPr>
          </a:p>
        </p:txBody>
      </p:sp>
      <p:pic>
        <p:nvPicPr>
          <p:cNvPr id="201" name="Google Shape;201;p26"/>
          <p:cNvPicPr preferRelativeResize="0"/>
          <p:nvPr/>
        </p:nvPicPr>
        <p:blipFill>
          <a:blip r:embed="rId4">
            <a:alphaModFix/>
          </a:blip>
          <a:stretch>
            <a:fillRect/>
          </a:stretch>
        </p:blipFill>
        <p:spPr>
          <a:xfrm>
            <a:off x="1864895" y="0"/>
            <a:ext cx="8462210" cy="68579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5"/>
        <p:cNvGrpSpPr/>
        <p:nvPr/>
      </p:nvGrpSpPr>
      <p:grpSpPr>
        <a:xfrm>
          <a:off x="0" y="0"/>
          <a:ext cx="0" cy="0"/>
          <a:chOff x="0" y="0"/>
          <a:chExt cx="0" cy="0"/>
        </a:xfrm>
      </p:grpSpPr>
      <p:pic>
        <p:nvPicPr>
          <p:cNvPr id="206" name="Google Shape;206;p27"/>
          <p:cNvPicPr preferRelativeResize="0"/>
          <p:nvPr/>
        </p:nvPicPr>
        <p:blipFill>
          <a:blip r:embed="rId3">
            <a:alphaModFix/>
          </a:blip>
          <a:stretch>
            <a:fillRect/>
          </a:stretch>
        </p:blipFill>
        <p:spPr>
          <a:xfrm>
            <a:off x="1833013" y="166625"/>
            <a:ext cx="8525981" cy="6705526"/>
          </a:xfrm>
          <a:prstGeom prst="rect">
            <a:avLst/>
          </a:prstGeom>
          <a:noFill/>
          <a:ln>
            <a:noFill/>
          </a:ln>
        </p:spPr>
      </p:pic>
      <p:sp>
        <p:nvSpPr>
          <p:cNvPr id="207" name="Google Shape;207;p27"/>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20</a:t>
            </a:fld>
            <a:endParaRPr>
              <a:solidFill>
                <a:srgbClr val="FFFFFF"/>
              </a:solidFill>
            </a:endParaRPr>
          </a:p>
        </p:txBody>
      </p:sp>
      <p:pic>
        <p:nvPicPr>
          <p:cNvPr id="208" name="Google Shape;208;p27"/>
          <p:cNvPicPr preferRelativeResize="0"/>
          <p:nvPr/>
        </p:nvPicPr>
        <p:blipFill>
          <a:blip r:embed="rId4">
            <a:alphaModFix/>
          </a:blip>
          <a:stretch>
            <a:fillRect/>
          </a:stretch>
        </p:blipFill>
        <p:spPr>
          <a:xfrm>
            <a:off x="1864895" y="0"/>
            <a:ext cx="8462210" cy="6857999"/>
          </a:xfrm>
          <a:prstGeom prst="rect">
            <a:avLst/>
          </a:prstGeom>
          <a:noFill/>
          <a:ln>
            <a:noFill/>
          </a:ln>
        </p:spPr>
      </p:pic>
      <p:pic>
        <p:nvPicPr>
          <p:cNvPr id="209" name="Google Shape;209;p27"/>
          <p:cNvPicPr preferRelativeResize="0"/>
          <p:nvPr/>
        </p:nvPicPr>
        <p:blipFill>
          <a:blip r:embed="rId5">
            <a:alphaModFix/>
          </a:blip>
          <a:stretch>
            <a:fillRect/>
          </a:stretch>
        </p:blipFill>
        <p:spPr>
          <a:xfrm>
            <a:off x="1886824" y="0"/>
            <a:ext cx="8418351" cy="68579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3"/>
        <p:cNvGrpSpPr/>
        <p:nvPr/>
      </p:nvGrpSpPr>
      <p:grpSpPr>
        <a:xfrm>
          <a:off x="0" y="0"/>
          <a:ext cx="0" cy="0"/>
          <a:chOff x="0" y="0"/>
          <a:chExt cx="0" cy="0"/>
        </a:xfrm>
      </p:grpSpPr>
      <p:pic>
        <p:nvPicPr>
          <p:cNvPr id="214" name="Google Shape;214;p28"/>
          <p:cNvPicPr preferRelativeResize="0"/>
          <p:nvPr/>
        </p:nvPicPr>
        <p:blipFill>
          <a:blip r:embed="rId3">
            <a:alphaModFix/>
          </a:blip>
          <a:stretch>
            <a:fillRect/>
          </a:stretch>
        </p:blipFill>
        <p:spPr>
          <a:xfrm>
            <a:off x="1833013" y="166625"/>
            <a:ext cx="8525981" cy="6705526"/>
          </a:xfrm>
          <a:prstGeom prst="rect">
            <a:avLst/>
          </a:prstGeom>
          <a:noFill/>
          <a:ln>
            <a:noFill/>
          </a:ln>
        </p:spPr>
      </p:pic>
      <p:sp>
        <p:nvSpPr>
          <p:cNvPr id="215" name="Google Shape;215;p28"/>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21</a:t>
            </a:fld>
            <a:endParaRPr>
              <a:solidFill>
                <a:srgbClr val="FFFFFF"/>
              </a:solidFill>
            </a:endParaRPr>
          </a:p>
        </p:txBody>
      </p:sp>
      <p:pic>
        <p:nvPicPr>
          <p:cNvPr id="216" name="Google Shape;216;p28"/>
          <p:cNvPicPr preferRelativeResize="0"/>
          <p:nvPr/>
        </p:nvPicPr>
        <p:blipFill>
          <a:blip r:embed="rId4">
            <a:alphaModFix/>
          </a:blip>
          <a:stretch>
            <a:fillRect/>
          </a:stretch>
        </p:blipFill>
        <p:spPr>
          <a:xfrm>
            <a:off x="1864895" y="0"/>
            <a:ext cx="8462210" cy="6857999"/>
          </a:xfrm>
          <a:prstGeom prst="rect">
            <a:avLst/>
          </a:prstGeom>
          <a:noFill/>
          <a:ln>
            <a:noFill/>
          </a:ln>
        </p:spPr>
      </p:pic>
      <p:pic>
        <p:nvPicPr>
          <p:cNvPr id="217" name="Google Shape;217;p28"/>
          <p:cNvPicPr preferRelativeResize="0"/>
          <p:nvPr/>
        </p:nvPicPr>
        <p:blipFill>
          <a:blip r:embed="rId5">
            <a:alphaModFix/>
          </a:blip>
          <a:stretch>
            <a:fillRect/>
          </a:stretch>
        </p:blipFill>
        <p:spPr>
          <a:xfrm>
            <a:off x="1886824" y="0"/>
            <a:ext cx="8418351" cy="6857999"/>
          </a:xfrm>
          <a:prstGeom prst="rect">
            <a:avLst/>
          </a:prstGeom>
          <a:noFill/>
          <a:ln>
            <a:noFill/>
          </a:ln>
        </p:spPr>
      </p:pic>
      <p:sp>
        <p:nvSpPr>
          <p:cNvPr id="218" name="Google Shape;218;p28"/>
          <p:cNvSpPr/>
          <p:nvPr/>
        </p:nvSpPr>
        <p:spPr>
          <a:xfrm rot="-7251820">
            <a:off x="9073693" y="4787161"/>
            <a:ext cx="323978" cy="969568"/>
          </a:xfrm>
          <a:prstGeom prst="up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19" name="Google Shape;219;p28"/>
          <p:cNvSpPr txBox="1"/>
          <p:nvPr/>
        </p:nvSpPr>
        <p:spPr>
          <a:xfrm>
            <a:off x="9119725" y="4042275"/>
            <a:ext cx="2907000" cy="8640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 sz="2000" b="1"/>
              <a:t>Nyquist Frequency</a:t>
            </a:r>
            <a:endParaRPr sz="2000" b="1"/>
          </a:p>
          <a:p>
            <a:pPr marL="0" marR="0" lvl="0" indent="0" algn="ctr" rtl="0">
              <a:spcBef>
                <a:spcPts val="0"/>
              </a:spcBef>
              <a:spcAft>
                <a:spcPts val="0"/>
              </a:spcAft>
              <a:buNone/>
            </a:pPr>
            <a:r>
              <a:rPr lang="en" sz="2000" b="1"/>
              <a:t>12 Cycles/Day</a:t>
            </a:r>
            <a:endParaRPr sz="2000" b="1"/>
          </a:p>
        </p:txBody>
      </p:sp>
      <p:sp>
        <p:nvSpPr>
          <p:cNvPr id="220" name="Google Shape;220;p28"/>
          <p:cNvSpPr/>
          <p:nvPr/>
        </p:nvSpPr>
        <p:spPr>
          <a:xfrm rot="7344610">
            <a:off x="2730184" y="571556"/>
            <a:ext cx="324081" cy="856486"/>
          </a:xfrm>
          <a:prstGeom prst="up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21" name="Google Shape;221;p28"/>
          <p:cNvSpPr txBox="1"/>
          <p:nvPr/>
        </p:nvSpPr>
        <p:spPr>
          <a:xfrm>
            <a:off x="90650" y="547100"/>
            <a:ext cx="2369100" cy="592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 sz="2000" b="1"/>
              <a:t>1 cycle/507 days</a:t>
            </a:r>
            <a:endParaRPr sz="2000" b="0" i="1" u="none" strike="noStrike" cap="none">
              <a:solidFill>
                <a:srgbClr val="3C78D8"/>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5"/>
        <p:cNvGrpSpPr/>
        <p:nvPr/>
      </p:nvGrpSpPr>
      <p:grpSpPr>
        <a:xfrm>
          <a:off x="0" y="0"/>
          <a:ext cx="0" cy="0"/>
          <a:chOff x="0" y="0"/>
          <a:chExt cx="0" cy="0"/>
        </a:xfrm>
      </p:grpSpPr>
      <p:pic>
        <p:nvPicPr>
          <p:cNvPr id="226" name="Google Shape;226;p29"/>
          <p:cNvPicPr preferRelativeResize="0"/>
          <p:nvPr/>
        </p:nvPicPr>
        <p:blipFill>
          <a:blip r:embed="rId3">
            <a:alphaModFix/>
          </a:blip>
          <a:stretch>
            <a:fillRect/>
          </a:stretch>
        </p:blipFill>
        <p:spPr>
          <a:xfrm>
            <a:off x="1833013" y="166625"/>
            <a:ext cx="8525981" cy="6705526"/>
          </a:xfrm>
          <a:prstGeom prst="rect">
            <a:avLst/>
          </a:prstGeom>
          <a:noFill/>
          <a:ln>
            <a:noFill/>
          </a:ln>
        </p:spPr>
      </p:pic>
      <p:sp>
        <p:nvSpPr>
          <p:cNvPr id="227" name="Google Shape;227;p29"/>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22</a:t>
            </a:fld>
            <a:endParaRPr>
              <a:solidFill>
                <a:srgbClr val="FFFFFF"/>
              </a:solidFill>
            </a:endParaRPr>
          </a:p>
        </p:txBody>
      </p:sp>
      <p:pic>
        <p:nvPicPr>
          <p:cNvPr id="228" name="Google Shape;228;p29"/>
          <p:cNvPicPr preferRelativeResize="0"/>
          <p:nvPr/>
        </p:nvPicPr>
        <p:blipFill>
          <a:blip r:embed="rId4">
            <a:alphaModFix/>
          </a:blip>
          <a:stretch>
            <a:fillRect/>
          </a:stretch>
        </p:blipFill>
        <p:spPr>
          <a:xfrm>
            <a:off x="1864895" y="0"/>
            <a:ext cx="8462210" cy="6857999"/>
          </a:xfrm>
          <a:prstGeom prst="rect">
            <a:avLst/>
          </a:prstGeom>
          <a:noFill/>
          <a:ln>
            <a:noFill/>
          </a:ln>
        </p:spPr>
      </p:pic>
      <p:pic>
        <p:nvPicPr>
          <p:cNvPr id="229" name="Google Shape;229;p29"/>
          <p:cNvPicPr preferRelativeResize="0"/>
          <p:nvPr/>
        </p:nvPicPr>
        <p:blipFill>
          <a:blip r:embed="rId5">
            <a:alphaModFix/>
          </a:blip>
          <a:stretch>
            <a:fillRect/>
          </a:stretch>
        </p:blipFill>
        <p:spPr>
          <a:xfrm>
            <a:off x="1886824" y="0"/>
            <a:ext cx="8418351" cy="6857999"/>
          </a:xfrm>
          <a:prstGeom prst="rect">
            <a:avLst/>
          </a:prstGeom>
          <a:noFill/>
          <a:ln>
            <a:noFill/>
          </a:ln>
        </p:spPr>
      </p:pic>
      <p:sp>
        <p:nvSpPr>
          <p:cNvPr id="230" name="Google Shape;230;p29"/>
          <p:cNvSpPr/>
          <p:nvPr/>
        </p:nvSpPr>
        <p:spPr>
          <a:xfrm rot="-7251820">
            <a:off x="8110699" y="569369"/>
            <a:ext cx="323978" cy="1962134"/>
          </a:xfrm>
          <a:prstGeom prst="up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31" name="Google Shape;231;p29"/>
          <p:cNvSpPr txBox="1"/>
          <p:nvPr/>
        </p:nvSpPr>
        <p:spPr>
          <a:xfrm>
            <a:off x="9197600" y="801675"/>
            <a:ext cx="2205900" cy="592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 sz="2000" b="1"/>
              <a:t>1 cycle/day</a:t>
            </a:r>
            <a:endParaRPr sz="2000" b="0" i="1" u="none" strike="noStrike" cap="none">
              <a:solidFill>
                <a:srgbClr val="3C78D8"/>
              </a:solidFill>
              <a:latin typeface="Arial"/>
              <a:ea typeface="Arial"/>
              <a:cs typeface="Arial"/>
              <a:sym typeface="Arial"/>
            </a:endParaRPr>
          </a:p>
        </p:txBody>
      </p:sp>
      <p:sp>
        <p:nvSpPr>
          <p:cNvPr id="232" name="Google Shape;232;p29"/>
          <p:cNvSpPr/>
          <p:nvPr/>
        </p:nvSpPr>
        <p:spPr>
          <a:xfrm rot="7015255">
            <a:off x="2778315" y="400956"/>
            <a:ext cx="324012" cy="1061794"/>
          </a:xfrm>
          <a:prstGeom prst="up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33" name="Google Shape;233;p29"/>
          <p:cNvSpPr txBox="1"/>
          <p:nvPr/>
        </p:nvSpPr>
        <p:spPr>
          <a:xfrm>
            <a:off x="177600" y="470900"/>
            <a:ext cx="2205900" cy="592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 sz="2000" b="1"/>
              <a:t>1 cycle/year</a:t>
            </a:r>
            <a:endParaRPr sz="2000" b="0" i="1" u="none" strike="noStrike" cap="none">
              <a:solidFill>
                <a:srgbClr val="3C78D8"/>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7"/>
        <p:cNvGrpSpPr/>
        <p:nvPr/>
      </p:nvGrpSpPr>
      <p:grpSpPr>
        <a:xfrm>
          <a:off x="0" y="0"/>
          <a:ext cx="0" cy="0"/>
          <a:chOff x="0" y="0"/>
          <a:chExt cx="0" cy="0"/>
        </a:xfrm>
      </p:grpSpPr>
      <p:pic>
        <p:nvPicPr>
          <p:cNvPr id="238" name="Google Shape;238;p30"/>
          <p:cNvPicPr preferRelativeResize="0"/>
          <p:nvPr/>
        </p:nvPicPr>
        <p:blipFill>
          <a:blip r:embed="rId3">
            <a:alphaModFix/>
          </a:blip>
          <a:stretch>
            <a:fillRect/>
          </a:stretch>
        </p:blipFill>
        <p:spPr>
          <a:xfrm>
            <a:off x="1833013" y="166625"/>
            <a:ext cx="8525981" cy="6705526"/>
          </a:xfrm>
          <a:prstGeom prst="rect">
            <a:avLst/>
          </a:prstGeom>
          <a:noFill/>
          <a:ln>
            <a:noFill/>
          </a:ln>
        </p:spPr>
      </p:pic>
      <p:sp>
        <p:nvSpPr>
          <p:cNvPr id="239" name="Google Shape;239;p30"/>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23</a:t>
            </a:fld>
            <a:endParaRPr>
              <a:solidFill>
                <a:srgbClr val="FFFFFF"/>
              </a:solidFill>
            </a:endParaRPr>
          </a:p>
        </p:txBody>
      </p:sp>
      <p:pic>
        <p:nvPicPr>
          <p:cNvPr id="240" name="Google Shape;240;p30"/>
          <p:cNvPicPr preferRelativeResize="0"/>
          <p:nvPr/>
        </p:nvPicPr>
        <p:blipFill>
          <a:blip r:embed="rId4">
            <a:alphaModFix/>
          </a:blip>
          <a:stretch>
            <a:fillRect/>
          </a:stretch>
        </p:blipFill>
        <p:spPr>
          <a:xfrm>
            <a:off x="1864895" y="0"/>
            <a:ext cx="8462210" cy="6857999"/>
          </a:xfrm>
          <a:prstGeom prst="rect">
            <a:avLst/>
          </a:prstGeom>
          <a:noFill/>
          <a:ln>
            <a:noFill/>
          </a:ln>
        </p:spPr>
      </p:pic>
      <p:pic>
        <p:nvPicPr>
          <p:cNvPr id="241" name="Google Shape;241;p30"/>
          <p:cNvPicPr preferRelativeResize="0"/>
          <p:nvPr/>
        </p:nvPicPr>
        <p:blipFill>
          <a:blip r:embed="rId5">
            <a:alphaModFix/>
          </a:blip>
          <a:stretch>
            <a:fillRect/>
          </a:stretch>
        </p:blipFill>
        <p:spPr>
          <a:xfrm>
            <a:off x="1886824" y="0"/>
            <a:ext cx="8418351" cy="6857999"/>
          </a:xfrm>
          <a:prstGeom prst="rect">
            <a:avLst/>
          </a:prstGeom>
          <a:noFill/>
          <a:ln>
            <a:noFill/>
          </a:ln>
        </p:spPr>
      </p:pic>
      <p:pic>
        <p:nvPicPr>
          <p:cNvPr id="242" name="Google Shape;242;p30"/>
          <p:cNvPicPr preferRelativeResize="0"/>
          <p:nvPr/>
        </p:nvPicPr>
        <p:blipFill>
          <a:blip r:embed="rId6">
            <a:alphaModFix/>
          </a:blip>
          <a:stretch>
            <a:fillRect/>
          </a:stretch>
        </p:blipFill>
        <p:spPr>
          <a:xfrm>
            <a:off x="1895945" y="0"/>
            <a:ext cx="8400108" cy="68579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6"/>
        <p:cNvGrpSpPr/>
        <p:nvPr/>
      </p:nvGrpSpPr>
      <p:grpSpPr>
        <a:xfrm>
          <a:off x="0" y="0"/>
          <a:ext cx="0" cy="0"/>
          <a:chOff x="0" y="0"/>
          <a:chExt cx="0" cy="0"/>
        </a:xfrm>
      </p:grpSpPr>
      <p:pic>
        <p:nvPicPr>
          <p:cNvPr id="247" name="Google Shape;247;p31"/>
          <p:cNvPicPr preferRelativeResize="0"/>
          <p:nvPr/>
        </p:nvPicPr>
        <p:blipFill>
          <a:blip r:embed="rId3">
            <a:alphaModFix/>
          </a:blip>
          <a:stretch>
            <a:fillRect/>
          </a:stretch>
        </p:blipFill>
        <p:spPr>
          <a:xfrm>
            <a:off x="1895945" y="0"/>
            <a:ext cx="8400108" cy="6857999"/>
          </a:xfrm>
          <a:prstGeom prst="rect">
            <a:avLst/>
          </a:prstGeom>
          <a:noFill/>
          <a:ln>
            <a:noFill/>
          </a:ln>
        </p:spPr>
      </p:pic>
      <p:sp>
        <p:nvSpPr>
          <p:cNvPr id="248" name="Google Shape;248;p31"/>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24</a:t>
            </a:fld>
            <a:endParaRPr>
              <a:solidFill>
                <a:srgbClr val="FFFFFF"/>
              </a:solidFill>
            </a:endParaRPr>
          </a:p>
        </p:txBody>
      </p:sp>
      <p:sp>
        <p:nvSpPr>
          <p:cNvPr id="249" name="Google Shape;249;p31"/>
          <p:cNvSpPr/>
          <p:nvPr/>
        </p:nvSpPr>
        <p:spPr>
          <a:xfrm rot="-7251820">
            <a:off x="7958299" y="1407569"/>
            <a:ext cx="323978" cy="1962134"/>
          </a:xfrm>
          <a:prstGeom prst="up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50" name="Google Shape;250;p31"/>
          <p:cNvSpPr txBox="1"/>
          <p:nvPr/>
        </p:nvSpPr>
        <p:spPr>
          <a:xfrm>
            <a:off x="9045200" y="1639875"/>
            <a:ext cx="2205900" cy="592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 sz="2000" b="1"/>
              <a:t>1 cycle/day</a:t>
            </a:r>
            <a:endParaRPr sz="2000" b="0" i="1" u="none" strike="noStrike" cap="none">
              <a:solidFill>
                <a:srgbClr val="3C78D8"/>
              </a:solidFill>
              <a:latin typeface="Arial"/>
              <a:ea typeface="Arial"/>
              <a:cs typeface="Arial"/>
              <a:sym typeface="Arial"/>
            </a:endParaRPr>
          </a:p>
        </p:txBody>
      </p:sp>
      <p:sp>
        <p:nvSpPr>
          <p:cNvPr id="251" name="Google Shape;251;p31"/>
          <p:cNvSpPr/>
          <p:nvPr/>
        </p:nvSpPr>
        <p:spPr>
          <a:xfrm rot="4994993">
            <a:off x="2529080" y="384160"/>
            <a:ext cx="324147" cy="734769"/>
          </a:xfrm>
          <a:prstGeom prst="up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52" name="Google Shape;252;p31"/>
          <p:cNvSpPr txBox="1"/>
          <p:nvPr/>
        </p:nvSpPr>
        <p:spPr>
          <a:xfrm>
            <a:off x="101400" y="547100"/>
            <a:ext cx="2205900" cy="592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 sz="2000" b="1"/>
              <a:t>1 cycle/year</a:t>
            </a:r>
            <a:endParaRPr sz="2000" b="0" i="1" u="none" strike="noStrike" cap="none">
              <a:solidFill>
                <a:srgbClr val="3C78D8"/>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6"/>
        <p:cNvGrpSpPr/>
        <p:nvPr/>
      </p:nvGrpSpPr>
      <p:grpSpPr>
        <a:xfrm>
          <a:off x="0" y="0"/>
          <a:ext cx="0" cy="0"/>
          <a:chOff x="0" y="0"/>
          <a:chExt cx="0" cy="0"/>
        </a:xfrm>
      </p:grpSpPr>
      <p:pic>
        <p:nvPicPr>
          <p:cNvPr id="257" name="Google Shape;257;p32"/>
          <p:cNvPicPr preferRelativeResize="0"/>
          <p:nvPr/>
        </p:nvPicPr>
        <p:blipFill>
          <a:blip r:embed="rId3">
            <a:alphaModFix/>
          </a:blip>
          <a:stretch>
            <a:fillRect/>
          </a:stretch>
        </p:blipFill>
        <p:spPr>
          <a:xfrm>
            <a:off x="1920465" y="0"/>
            <a:ext cx="8351069" cy="6857999"/>
          </a:xfrm>
          <a:prstGeom prst="rect">
            <a:avLst/>
          </a:prstGeom>
          <a:noFill/>
          <a:ln>
            <a:noFill/>
          </a:ln>
        </p:spPr>
      </p:pic>
      <p:sp>
        <p:nvSpPr>
          <p:cNvPr id="258" name="Google Shape;258;p32"/>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25</a:t>
            </a:fld>
            <a:endParaRPr>
              <a:solidFill>
                <a:srgbClr val="FFFF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62"/>
        <p:cNvGrpSpPr/>
        <p:nvPr/>
      </p:nvGrpSpPr>
      <p:grpSpPr>
        <a:xfrm>
          <a:off x="0" y="0"/>
          <a:ext cx="0" cy="0"/>
          <a:chOff x="0" y="0"/>
          <a:chExt cx="0" cy="0"/>
        </a:xfrm>
      </p:grpSpPr>
      <p:pic>
        <p:nvPicPr>
          <p:cNvPr id="263" name="Google Shape;263;p33"/>
          <p:cNvPicPr preferRelativeResize="0"/>
          <p:nvPr/>
        </p:nvPicPr>
        <p:blipFill>
          <a:blip r:embed="rId3">
            <a:alphaModFix/>
          </a:blip>
          <a:stretch>
            <a:fillRect/>
          </a:stretch>
        </p:blipFill>
        <p:spPr>
          <a:xfrm>
            <a:off x="1920465" y="0"/>
            <a:ext cx="8351069" cy="6857999"/>
          </a:xfrm>
          <a:prstGeom prst="rect">
            <a:avLst/>
          </a:prstGeom>
          <a:noFill/>
          <a:ln>
            <a:noFill/>
          </a:ln>
        </p:spPr>
      </p:pic>
      <p:sp>
        <p:nvSpPr>
          <p:cNvPr id="264" name="Google Shape;264;p33"/>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26</a:t>
            </a:fld>
            <a:endParaRPr>
              <a:solidFill>
                <a:srgbClr val="FFFFFF"/>
              </a:solidFill>
            </a:endParaRPr>
          </a:p>
        </p:txBody>
      </p:sp>
      <p:sp>
        <p:nvSpPr>
          <p:cNvPr id="265" name="Google Shape;265;p33"/>
          <p:cNvSpPr/>
          <p:nvPr/>
        </p:nvSpPr>
        <p:spPr>
          <a:xfrm rot="-4408721">
            <a:off x="7939414" y="487940"/>
            <a:ext cx="323871" cy="1828322"/>
          </a:xfrm>
          <a:prstGeom prst="up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66" name="Google Shape;266;p33"/>
          <p:cNvSpPr txBox="1"/>
          <p:nvPr/>
        </p:nvSpPr>
        <p:spPr>
          <a:xfrm>
            <a:off x="9045200" y="1639875"/>
            <a:ext cx="2205900" cy="592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 sz="2000" b="1"/>
              <a:t>1 cycle/day</a:t>
            </a:r>
            <a:endParaRPr sz="2000" b="0" i="1" u="none" strike="noStrike" cap="none">
              <a:solidFill>
                <a:srgbClr val="3C78D8"/>
              </a:solidFill>
              <a:latin typeface="Arial"/>
              <a:ea typeface="Arial"/>
              <a:cs typeface="Arial"/>
              <a:sym typeface="Arial"/>
            </a:endParaRPr>
          </a:p>
        </p:txBody>
      </p:sp>
      <p:sp>
        <p:nvSpPr>
          <p:cNvPr id="267" name="Google Shape;267;p33"/>
          <p:cNvSpPr/>
          <p:nvPr/>
        </p:nvSpPr>
        <p:spPr>
          <a:xfrm rot="6393424">
            <a:off x="2529083" y="231820"/>
            <a:ext cx="324244" cy="734780"/>
          </a:xfrm>
          <a:prstGeom prst="up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68" name="Google Shape;268;p33"/>
          <p:cNvSpPr txBox="1"/>
          <p:nvPr/>
        </p:nvSpPr>
        <p:spPr>
          <a:xfrm>
            <a:off x="101400" y="394700"/>
            <a:ext cx="2205900" cy="5928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 sz="2000" b="1"/>
              <a:t>1 cycle/year</a:t>
            </a:r>
            <a:endParaRPr sz="2000" b="0" i="1" u="none" strike="noStrike" cap="none">
              <a:solidFill>
                <a:srgbClr val="3C78D8"/>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pic>
        <p:nvPicPr>
          <p:cNvPr id="273" name="Google Shape;273;p34"/>
          <p:cNvPicPr preferRelativeResize="0"/>
          <p:nvPr/>
        </p:nvPicPr>
        <p:blipFill>
          <a:blip r:embed="rId3">
            <a:alphaModFix/>
          </a:blip>
          <a:stretch>
            <a:fillRect/>
          </a:stretch>
        </p:blipFill>
        <p:spPr>
          <a:xfrm>
            <a:off x="1763627" y="0"/>
            <a:ext cx="8664744" cy="6857999"/>
          </a:xfrm>
          <a:prstGeom prst="rect">
            <a:avLst/>
          </a:prstGeom>
          <a:noFill/>
          <a:ln>
            <a:noFill/>
          </a:ln>
        </p:spPr>
      </p:pic>
      <p:sp>
        <p:nvSpPr>
          <p:cNvPr id="274" name="Google Shape;274;p34"/>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27</a:t>
            </a:fld>
            <a:endParaRPr>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8"/>
        <p:cNvGrpSpPr/>
        <p:nvPr/>
      </p:nvGrpSpPr>
      <p:grpSpPr>
        <a:xfrm>
          <a:off x="0" y="0"/>
          <a:ext cx="0" cy="0"/>
          <a:chOff x="0" y="0"/>
          <a:chExt cx="0" cy="0"/>
        </a:xfrm>
      </p:grpSpPr>
      <p:pic>
        <p:nvPicPr>
          <p:cNvPr id="279" name="Google Shape;279;p35"/>
          <p:cNvPicPr preferRelativeResize="0"/>
          <p:nvPr/>
        </p:nvPicPr>
        <p:blipFill>
          <a:blip r:embed="rId3">
            <a:alphaModFix/>
          </a:blip>
          <a:stretch>
            <a:fillRect/>
          </a:stretch>
        </p:blipFill>
        <p:spPr>
          <a:xfrm>
            <a:off x="1763627" y="0"/>
            <a:ext cx="8664744" cy="6857999"/>
          </a:xfrm>
          <a:prstGeom prst="rect">
            <a:avLst/>
          </a:prstGeom>
          <a:noFill/>
          <a:ln>
            <a:noFill/>
          </a:ln>
        </p:spPr>
      </p:pic>
      <p:sp>
        <p:nvSpPr>
          <p:cNvPr id="280" name="Google Shape;280;p35"/>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28</a:t>
            </a:fld>
            <a:endParaRPr>
              <a:solidFill>
                <a:srgbClr val="FFFFFF"/>
              </a:solidFill>
            </a:endParaRPr>
          </a:p>
        </p:txBody>
      </p:sp>
      <p:sp>
        <p:nvSpPr>
          <p:cNvPr id="281" name="Google Shape;281;p35"/>
          <p:cNvSpPr/>
          <p:nvPr/>
        </p:nvSpPr>
        <p:spPr>
          <a:xfrm rot="-6902745">
            <a:off x="8244525" y="2059403"/>
            <a:ext cx="323852" cy="2202642"/>
          </a:xfrm>
          <a:prstGeom prst="up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82" name="Google Shape;282;p35"/>
          <p:cNvSpPr/>
          <p:nvPr/>
        </p:nvSpPr>
        <p:spPr>
          <a:xfrm rot="8537545">
            <a:off x="2835842" y="991368"/>
            <a:ext cx="324215" cy="1593915"/>
          </a:xfrm>
          <a:prstGeom prst="upArrow">
            <a:avLst>
              <a:gd name="adj1" fmla="val 50000"/>
              <a:gd name="adj2" fmla="val 50000"/>
            </a:avLst>
          </a:prstGeom>
          <a:solidFill>
            <a:schemeClr val="accent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83" name="Google Shape;283;p35"/>
          <p:cNvSpPr txBox="1"/>
          <p:nvPr/>
        </p:nvSpPr>
        <p:spPr>
          <a:xfrm>
            <a:off x="176750" y="651200"/>
            <a:ext cx="2205900" cy="11655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 sz="2000" b="1"/>
              <a:t>+𝜋/4</a:t>
            </a:r>
            <a:endParaRPr sz="2000" b="1"/>
          </a:p>
          <a:p>
            <a:pPr marL="0" marR="0" lvl="0" indent="0" algn="ctr" rtl="0">
              <a:spcBef>
                <a:spcPts val="0"/>
              </a:spcBef>
              <a:spcAft>
                <a:spcPts val="0"/>
              </a:spcAft>
              <a:buNone/>
            </a:pPr>
            <a:r>
              <a:rPr lang="en" sz="2000"/>
              <a:t>~ 45 days</a:t>
            </a:r>
            <a:endParaRPr sz="2000"/>
          </a:p>
          <a:p>
            <a:pPr marL="0" marR="0" lvl="0" indent="0" algn="ctr" rtl="0">
              <a:spcBef>
                <a:spcPts val="0"/>
              </a:spcBef>
              <a:spcAft>
                <a:spcPts val="0"/>
              </a:spcAft>
              <a:buNone/>
            </a:pPr>
            <a:r>
              <a:rPr lang="en" sz="2000" i="1">
                <a:solidFill>
                  <a:srgbClr val="00B2FF"/>
                </a:solidFill>
              </a:rPr>
              <a:t>Waves lead wind</a:t>
            </a:r>
            <a:endParaRPr sz="2000" i="1">
              <a:solidFill>
                <a:srgbClr val="00B2FF"/>
              </a:solidFill>
            </a:endParaRPr>
          </a:p>
        </p:txBody>
      </p:sp>
      <p:sp>
        <p:nvSpPr>
          <p:cNvPr id="284" name="Google Shape;284;p35"/>
          <p:cNvSpPr txBox="1"/>
          <p:nvPr/>
        </p:nvSpPr>
        <p:spPr>
          <a:xfrm>
            <a:off x="9523400" y="2095450"/>
            <a:ext cx="2397600" cy="116550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 sz="2000" b="1"/>
              <a:t>-𝜋/4</a:t>
            </a:r>
            <a:endParaRPr sz="2000" b="1"/>
          </a:p>
          <a:p>
            <a:pPr marL="0" marR="0" lvl="0" indent="0" algn="ctr" rtl="0">
              <a:spcBef>
                <a:spcPts val="0"/>
              </a:spcBef>
              <a:spcAft>
                <a:spcPts val="0"/>
              </a:spcAft>
              <a:buNone/>
            </a:pPr>
            <a:r>
              <a:rPr lang="en" sz="2000"/>
              <a:t>~ 3.5 hours</a:t>
            </a:r>
            <a:endParaRPr sz="2000"/>
          </a:p>
          <a:p>
            <a:pPr marL="0" marR="0" lvl="0" indent="0" algn="ctr" rtl="0">
              <a:spcBef>
                <a:spcPts val="0"/>
              </a:spcBef>
              <a:spcAft>
                <a:spcPts val="0"/>
              </a:spcAft>
              <a:buNone/>
            </a:pPr>
            <a:r>
              <a:rPr lang="en" sz="2000" i="1">
                <a:solidFill>
                  <a:srgbClr val="00B2FF"/>
                </a:solidFill>
              </a:rPr>
              <a:t>Wind leads waves</a:t>
            </a:r>
            <a:endParaRPr sz="2000" i="1">
              <a:solidFill>
                <a:srgbClr val="00B2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8"/>
        <p:cNvGrpSpPr/>
        <p:nvPr/>
      </p:nvGrpSpPr>
      <p:grpSpPr>
        <a:xfrm>
          <a:off x="0" y="0"/>
          <a:ext cx="0" cy="0"/>
          <a:chOff x="0" y="0"/>
          <a:chExt cx="0" cy="0"/>
        </a:xfrm>
      </p:grpSpPr>
      <p:sp>
        <p:nvSpPr>
          <p:cNvPr id="289" name="Google Shape;289;p36"/>
          <p:cNvSpPr/>
          <p:nvPr/>
        </p:nvSpPr>
        <p:spPr>
          <a:xfrm>
            <a:off x="3429400" y="0"/>
            <a:ext cx="5333200" cy="6858000"/>
          </a:xfrm>
          <a:prstGeom prst="rect">
            <a:avLst/>
          </a:prstGeom>
          <a:solidFill>
            <a:srgbClr val="00B2FF">
              <a:alpha val="72549"/>
            </a:srgbClr>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90" name="Google Shape;290;p36"/>
          <p:cNvSpPr txBox="1">
            <a:spLocks noGrp="1"/>
          </p:cNvSpPr>
          <p:nvPr>
            <p:ph type="ctrTitle" idx="4294967295"/>
          </p:nvPr>
        </p:nvSpPr>
        <p:spPr>
          <a:xfrm>
            <a:off x="3429275" y="2212725"/>
            <a:ext cx="5333100" cy="1546500"/>
          </a:xfrm>
          <a:prstGeom prst="rect">
            <a:avLst/>
          </a:prstGeom>
          <a:noFill/>
          <a:ln>
            <a:noFill/>
          </a:ln>
        </p:spPr>
        <p:txBody>
          <a:bodyPr spcFirstLastPara="1" wrap="square" lIns="121900" tIns="121900" rIns="121900" bIns="121900" anchor="b" anchorCtr="0">
            <a:noAutofit/>
          </a:bodyPr>
          <a:lstStyle/>
          <a:p>
            <a:pPr marL="0" marR="0" lvl="0" indent="0" algn="ctr" rtl="0">
              <a:lnSpc>
                <a:spcPct val="100000"/>
              </a:lnSpc>
              <a:spcBef>
                <a:spcPts val="0"/>
              </a:spcBef>
              <a:spcAft>
                <a:spcPts val="0"/>
              </a:spcAft>
              <a:buClr>
                <a:srgbClr val="000000"/>
              </a:buClr>
              <a:buSzPts val="4800"/>
              <a:buFont typeface="Arial"/>
              <a:buNone/>
            </a:pPr>
            <a:r>
              <a:rPr lang="en" sz="6400"/>
              <a:t>Just for fun</a:t>
            </a:r>
            <a:endParaRPr sz="6400" b="1" i="0" u="none" strike="noStrike" cap="none">
              <a:solidFill>
                <a:schemeClr val="lt1"/>
              </a:solidFill>
              <a:latin typeface="Arial"/>
              <a:ea typeface="Arial"/>
              <a:cs typeface="Arial"/>
              <a:sym typeface="Arial"/>
            </a:endParaRPr>
          </a:p>
        </p:txBody>
      </p:sp>
      <p:sp>
        <p:nvSpPr>
          <p:cNvPr id="291" name="Google Shape;291;p36"/>
          <p:cNvSpPr txBox="1">
            <a:spLocks noGrp="1"/>
          </p:cNvSpPr>
          <p:nvPr>
            <p:ph type="sldNum" idx="12"/>
          </p:nvPr>
        </p:nvSpPr>
        <p:spPr>
          <a:xfrm>
            <a:off x="11372893" y="6333135"/>
            <a:ext cx="731600" cy="5248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29</a:t>
            </a:fld>
            <a:endParaRPr>
              <a:solidFill>
                <a:srgbClr val="FFFFF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5"/>
        <p:cNvGrpSpPr/>
        <p:nvPr/>
      </p:nvGrpSpPr>
      <p:grpSpPr>
        <a:xfrm>
          <a:off x="0" y="0"/>
          <a:ext cx="0" cy="0"/>
          <a:chOff x="0" y="0"/>
          <a:chExt cx="0" cy="0"/>
        </a:xfrm>
      </p:grpSpPr>
      <p:sp>
        <p:nvSpPr>
          <p:cNvPr id="296" name="Google Shape;296;p37"/>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30</a:t>
            </a:fld>
            <a:endParaRPr>
              <a:solidFill>
                <a:srgbClr val="FFFFFF"/>
              </a:solidFill>
            </a:endParaRPr>
          </a:p>
        </p:txBody>
      </p:sp>
      <p:pic>
        <p:nvPicPr>
          <p:cNvPr id="297" name="Google Shape;297;p37"/>
          <p:cNvPicPr preferRelativeResize="0"/>
          <p:nvPr/>
        </p:nvPicPr>
        <p:blipFill>
          <a:blip r:embed="rId3">
            <a:alphaModFix/>
          </a:blip>
          <a:stretch>
            <a:fillRect/>
          </a:stretch>
        </p:blipFill>
        <p:spPr>
          <a:xfrm>
            <a:off x="2178675" y="152400"/>
            <a:ext cx="7834644" cy="65532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1"/>
        <p:cNvGrpSpPr/>
        <p:nvPr/>
      </p:nvGrpSpPr>
      <p:grpSpPr>
        <a:xfrm>
          <a:off x="0" y="0"/>
          <a:ext cx="0" cy="0"/>
          <a:chOff x="0" y="0"/>
          <a:chExt cx="0" cy="0"/>
        </a:xfrm>
      </p:grpSpPr>
      <p:sp>
        <p:nvSpPr>
          <p:cNvPr id="302" name="Google Shape;302;p38"/>
          <p:cNvSpPr txBox="1">
            <a:spLocks noGrp="1"/>
          </p:cNvSpPr>
          <p:nvPr>
            <p:ph type="sldNum" idx="12"/>
          </p:nvPr>
        </p:nvSpPr>
        <p:spPr>
          <a:xfrm>
            <a:off x="11372893" y="6333135"/>
            <a:ext cx="731700" cy="524700"/>
          </a:xfrm>
          <a:prstGeom prst="rect">
            <a:avLst/>
          </a:prstGeom>
          <a:noFill/>
          <a:ln>
            <a:noFill/>
          </a:ln>
        </p:spPr>
        <p:txBody>
          <a:bodyPr spcFirstLastPara="1" wrap="square" lIns="121900" tIns="121900" rIns="121900" bIns="121900" anchor="t" anchorCtr="0">
            <a:noAutofit/>
          </a:bodyPr>
          <a:lstStyle/>
          <a:p>
            <a:pPr marL="0" lvl="0" indent="0" algn="r" rtl="0">
              <a:lnSpc>
                <a:spcPct val="100000"/>
              </a:lnSpc>
              <a:spcBef>
                <a:spcPts val="0"/>
              </a:spcBef>
              <a:spcAft>
                <a:spcPts val="0"/>
              </a:spcAft>
              <a:buSzPts val="1000"/>
              <a:buNone/>
            </a:pPr>
            <a:fld id="{00000000-1234-1234-1234-123412341234}" type="slidenum">
              <a:rPr lang="en">
                <a:solidFill>
                  <a:srgbClr val="FFFFFF"/>
                </a:solidFill>
              </a:rPr>
              <a:t>31</a:t>
            </a:fld>
            <a:endParaRPr>
              <a:solidFill>
                <a:srgbClr val="FFFFFF"/>
              </a:solidFill>
            </a:endParaRPr>
          </a:p>
        </p:txBody>
      </p:sp>
      <p:pic>
        <p:nvPicPr>
          <p:cNvPr id="303" name="Google Shape;303;p38"/>
          <p:cNvPicPr preferRelativeResize="0"/>
          <p:nvPr/>
        </p:nvPicPr>
        <p:blipFill>
          <a:blip r:embed="rId3">
            <a:alphaModFix/>
          </a:blip>
          <a:stretch>
            <a:fillRect/>
          </a:stretch>
        </p:blipFill>
        <p:spPr>
          <a:xfrm>
            <a:off x="-28050" y="-12550"/>
            <a:ext cx="6693250" cy="6858001"/>
          </a:xfrm>
          <a:prstGeom prst="rect">
            <a:avLst/>
          </a:prstGeom>
          <a:noFill/>
          <a:ln>
            <a:noFill/>
          </a:ln>
        </p:spPr>
      </p:pic>
      <p:pic>
        <p:nvPicPr>
          <p:cNvPr id="304" name="Google Shape;304;p38"/>
          <p:cNvPicPr preferRelativeResize="0"/>
          <p:nvPr/>
        </p:nvPicPr>
        <p:blipFill rotWithShape="1">
          <a:blip r:embed="rId4">
            <a:alphaModFix/>
          </a:blip>
          <a:srcRect l="5410"/>
          <a:stretch/>
        </p:blipFill>
        <p:spPr>
          <a:xfrm>
            <a:off x="5937100" y="-12550"/>
            <a:ext cx="6331100" cy="68580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8"/>
        <p:cNvGrpSpPr/>
        <p:nvPr/>
      </p:nvGrpSpPr>
      <p:grpSpPr>
        <a:xfrm>
          <a:off x="0" y="0"/>
          <a:ext cx="0" cy="0"/>
          <a:chOff x="0" y="0"/>
          <a:chExt cx="0" cy="0"/>
        </a:xfrm>
      </p:grpSpPr>
      <p:sp>
        <p:nvSpPr>
          <p:cNvPr id="309" name="Google Shape;309;p39"/>
          <p:cNvSpPr txBox="1">
            <a:spLocks noGrp="1"/>
          </p:cNvSpPr>
          <p:nvPr>
            <p:ph type="title"/>
          </p:nvPr>
        </p:nvSpPr>
        <p:spPr>
          <a:xfrm>
            <a:off x="1586800" y="130700"/>
            <a:ext cx="9018400" cy="670800"/>
          </a:xfrm>
          <a:prstGeom prst="rect">
            <a:avLst/>
          </a:prstGeom>
          <a:noFill/>
          <a:ln>
            <a:noFill/>
          </a:ln>
        </p:spPr>
        <p:txBody>
          <a:bodyPr spcFirstLastPara="1" wrap="square" lIns="121900" tIns="121900" rIns="121900" bIns="121900" anchor="t" anchorCtr="0">
            <a:noAutofit/>
          </a:bodyPr>
          <a:lstStyle/>
          <a:p>
            <a:pPr marL="0" lvl="0" indent="0" algn="ctr" rtl="0">
              <a:lnSpc>
                <a:spcPct val="100000"/>
              </a:lnSpc>
              <a:spcBef>
                <a:spcPts val="0"/>
              </a:spcBef>
              <a:spcAft>
                <a:spcPts val="0"/>
              </a:spcAft>
              <a:buSzPts val="1800"/>
              <a:buNone/>
            </a:pPr>
            <a:r>
              <a:rPr lang="en" sz="4000"/>
              <a:t>Conclusions</a:t>
            </a:r>
            <a:endParaRPr sz="4000"/>
          </a:p>
        </p:txBody>
      </p:sp>
      <p:sp>
        <p:nvSpPr>
          <p:cNvPr id="310" name="Google Shape;310;p39"/>
          <p:cNvSpPr txBox="1"/>
          <p:nvPr/>
        </p:nvSpPr>
        <p:spPr>
          <a:xfrm>
            <a:off x="1675000" y="1390575"/>
            <a:ext cx="8930400" cy="1435800"/>
          </a:xfrm>
          <a:prstGeom prst="rect">
            <a:avLst/>
          </a:prstGeom>
          <a:solidFill>
            <a:srgbClr val="D8D8D8">
              <a:alpha val="76078"/>
            </a:srgbClr>
          </a:solidFill>
          <a:ln w="114300" cap="rnd" cmpd="sng">
            <a:solidFill>
              <a:srgbClr val="00B2FF"/>
            </a:solidFill>
            <a:prstDash val="solid"/>
            <a:miter lim="8000"/>
            <a:headEnd type="none" w="sm" len="sm"/>
            <a:tailEnd type="none" w="sm" len="sm"/>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None/>
            </a:pPr>
            <a:r>
              <a:rPr lang="en" sz="2400"/>
              <a:t>Statistically significant peaks in wind speed and in wave height at daily and annual frequencies</a:t>
            </a:r>
            <a:endParaRPr sz="3200" b="0" i="0" u="none" strike="noStrike" cap="none">
              <a:solidFill>
                <a:srgbClr val="000000"/>
              </a:solidFill>
              <a:latin typeface="Arial"/>
              <a:ea typeface="Arial"/>
              <a:cs typeface="Arial"/>
              <a:sym typeface="Arial"/>
            </a:endParaRPr>
          </a:p>
        </p:txBody>
      </p:sp>
      <p:sp>
        <p:nvSpPr>
          <p:cNvPr id="311" name="Google Shape;311;p39"/>
          <p:cNvSpPr txBox="1">
            <a:spLocks noGrp="1"/>
          </p:cNvSpPr>
          <p:nvPr>
            <p:ph type="sldNum" idx="12"/>
          </p:nvPr>
        </p:nvSpPr>
        <p:spPr>
          <a:xfrm>
            <a:off x="5730212" y="6333135"/>
            <a:ext cx="731600" cy="524800"/>
          </a:xfrm>
          <a:prstGeom prst="rect">
            <a:avLst/>
          </a:prstGeom>
          <a:noFill/>
          <a:ln>
            <a:noFill/>
          </a:ln>
        </p:spPr>
        <p:txBody>
          <a:bodyPr spcFirstLastPara="1" wrap="square" lIns="121900" tIns="121900" rIns="121900" bIns="121900" anchor="t" anchorCtr="0">
            <a:noAutofit/>
          </a:bodyPr>
          <a:lstStyle/>
          <a:p>
            <a:pPr marL="0" lvl="0" indent="0" algn="ctr" rtl="0">
              <a:lnSpc>
                <a:spcPct val="100000"/>
              </a:lnSpc>
              <a:spcBef>
                <a:spcPts val="0"/>
              </a:spcBef>
              <a:spcAft>
                <a:spcPts val="0"/>
              </a:spcAft>
              <a:buSzPts val="1000"/>
              <a:buNone/>
            </a:pPr>
            <a:fld id="{00000000-1234-1234-1234-123412341234}" type="slidenum">
              <a:rPr lang="en"/>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5"/>
        <p:cNvGrpSpPr/>
        <p:nvPr/>
      </p:nvGrpSpPr>
      <p:grpSpPr>
        <a:xfrm>
          <a:off x="0" y="0"/>
          <a:ext cx="0" cy="0"/>
          <a:chOff x="0" y="0"/>
          <a:chExt cx="0" cy="0"/>
        </a:xfrm>
      </p:grpSpPr>
      <p:sp>
        <p:nvSpPr>
          <p:cNvPr id="316" name="Google Shape;316;p40"/>
          <p:cNvSpPr txBox="1">
            <a:spLocks noGrp="1"/>
          </p:cNvSpPr>
          <p:nvPr>
            <p:ph type="title"/>
          </p:nvPr>
        </p:nvSpPr>
        <p:spPr>
          <a:xfrm>
            <a:off x="1586800" y="130700"/>
            <a:ext cx="9018300" cy="670800"/>
          </a:xfrm>
          <a:prstGeom prst="rect">
            <a:avLst/>
          </a:prstGeom>
          <a:noFill/>
          <a:ln>
            <a:noFill/>
          </a:ln>
        </p:spPr>
        <p:txBody>
          <a:bodyPr spcFirstLastPara="1" wrap="square" lIns="121900" tIns="121900" rIns="121900" bIns="121900" anchor="t" anchorCtr="0">
            <a:noAutofit/>
          </a:bodyPr>
          <a:lstStyle/>
          <a:p>
            <a:pPr marL="0" lvl="0" indent="0" algn="ctr" rtl="0">
              <a:lnSpc>
                <a:spcPct val="100000"/>
              </a:lnSpc>
              <a:spcBef>
                <a:spcPts val="0"/>
              </a:spcBef>
              <a:spcAft>
                <a:spcPts val="0"/>
              </a:spcAft>
              <a:buSzPts val="1800"/>
              <a:buNone/>
            </a:pPr>
            <a:r>
              <a:rPr lang="en" sz="4000"/>
              <a:t>Conclusions</a:t>
            </a:r>
            <a:endParaRPr sz="4000"/>
          </a:p>
        </p:txBody>
      </p:sp>
      <p:sp>
        <p:nvSpPr>
          <p:cNvPr id="317" name="Google Shape;317;p40"/>
          <p:cNvSpPr txBox="1"/>
          <p:nvPr/>
        </p:nvSpPr>
        <p:spPr>
          <a:xfrm>
            <a:off x="1675000" y="1390575"/>
            <a:ext cx="8930400" cy="1435800"/>
          </a:xfrm>
          <a:prstGeom prst="rect">
            <a:avLst/>
          </a:prstGeom>
          <a:solidFill>
            <a:srgbClr val="D8D8D8">
              <a:alpha val="76080"/>
            </a:srgbClr>
          </a:solidFill>
          <a:ln w="114300" cap="rnd" cmpd="sng">
            <a:solidFill>
              <a:srgbClr val="00B2FF"/>
            </a:solidFill>
            <a:prstDash val="solid"/>
            <a:miter lim="8000"/>
            <a:headEnd type="none" w="sm" len="sm"/>
            <a:tailEnd type="none" w="sm" len="sm"/>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None/>
            </a:pPr>
            <a:r>
              <a:rPr lang="en" sz="2400"/>
              <a:t>Statistically significant peaks in wind speed and in wave height at daily and annual frequencies</a:t>
            </a:r>
            <a:endParaRPr sz="3200" b="0" i="0" u="none" strike="noStrike" cap="none">
              <a:solidFill>
                <a:srgbClr val="000000"/>
              </a:solidFill>
              <a:latin typeface="Arial"/>
              <a:ea typeface="Arial"/>
              <a:cs typeface="Arial"/>
              <a:sym typeface="Arial"/>
            </a:endParaRPr>
          </a:p>
        </p:txBody>
      </p:sp>
      <p:sp>
        <p:nvSpPr>
          <p:cNvPr id="318" name="Google Shape;318;p40"/>
          <p:cNvSpPr txBox="1">
            <a:spLocks noGrp="1"/>
          </p:cNvSpPr>
          <p:nvPr>
            <p:ph type="sldNum" idx="12"/>
          </p:nvPr>
        </p:nvSpPr>
        <p:spPr>
          <a:xfrm>
            <a:off x="5730212" y="6333135"/>
            <a:ext cx="731700" cy="524700"/>
          </a:xfrm>
          <a:prstGeom prst="rect">
            <a:avLst/>
          </a:prstGeom>
          <a:noFill/>
          <a:ln>
            <a:noFill/>
          </a:ln>
        </p:spPr>
        <p:txBody>
          <a:bodyPr spcFirstLastPara="1" wrap="square" lIns="121900" tIns="121900" rIns="121900" bIns="121900" anchor="t" anchorCtr="0">
            <a:noAutofit/>
          </a:bodyPr>
          <a:lstStyle/>
          <a:p>
            <a:pPr marL="0" lvl="0" indent="0" algn="ctr" rtl="0">
              <a:lnSpc>
                <a:spcPct val="100000"/>
              </a:lnSpc>
              <a:spcBef>
                <a:spcPts val="0"/>
              </a:spcBef>
              <a:spcAft>
                <a:spcPts val="0"/>
              </a:spcAft>
              <a:buSzPts val="1000"/>
              <a:buNone/>
            </a:pPr>
            <a:fld id="{00000000-1234-1234-1234-123412341234}" type="slidenum">
              <a:rPr lang="en"/>
              <a:t>33</a:t>
            </a:fld>
            <a:endParaRPr/>
          </a:p>
        </p:txBody>
      </p:sp>
      <p:sp>
        <p:nvSpPr>
          <p:cNvPr id="319" name="Google Shape;319;p40"/>
          <p:cNvSpPr txBox="1"/>
          <p:nvPr/>
        </p:nvSpPr>
        <p:spPr>
          <a:xfrm>
            <a:off x="1675000" y="3219375"/>
            <a:ext cx="8930400" cy="1435800"/>
          </a:xfrm>
          <a:prstGeom prst="rect">
            <a:avLst/>
          </a:prstGeom>
          <a:solidFill>
            <a:srgbClr val="D8D8D8">
              <a:alpha val="76080"/>
            </a:srgbClr>
          </a:solidFill>
          <a:ln w="114300" cap="rnd" cmpd="sng">
            <a:solidFill>
              <a:srgbClr val="00B2FF"/>
            </a:solidFill>
            <a:prstDash val="solid"/>
            <a:miter lim="8000"/>
            <a:headEnd type="none" w="sm" len="sm"/>
            <a:tailEnd type="none" w="sm" len="sm"/>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None/>
            </a:pPr>
            <a:r>
              <a:rPr lang="en" sz="2400"/>
              <a:t>Very high coherence between wind speed and wave height at </a:t>
            </a:r>
            <a:r>
              <a:rPr lang="en" sz="2400" b="1"/>
              <a:t>daily</a:t>
            </a:r>
            <a:r>
              <a:rPr lang="en" sz="2400"/>
              <a:t>, </a:t>
            </a:r>
            <a:r>
              <a:rPr lang="en" sz="2400" b="1"/>
              <a:t>annual</a:t>
            </a:r>
            <a:r>
              <a:rPr lang="en" sz="2400"/>
              <a:t>, and sub-daily frequencies</a:t>
            </a:r>
            <a:endParaRPr sz="3200" b="0" i="0" u="none" strike="noStrike" cap="non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23"/>
        <p:cNvGrpSpPr/>
        <p:nvPr/>
      </p:nvGrpSpPr>
      <p:grpSpPr>
        <a:xfrm>
          <a:off x="0" y="0"/>
          <a:ext cx="0" cy="0"/>
          <a:chOff x="0" y="0"/>
          <a:chExt cx="0" cy="0"/>
        </a:xfrm>
      </p:grpSpPr>
      <p:sp>
        <p:nvSpPr>
          <p:cNvPr id="324" name="Google Shape;324;p41"/>
          <p:cNvSpPr txBox="1">
            <a:spLocks noGrp="1"/>
          </p:cNvSpPr>
          <p:nvPr>
            <p:ph type="title"/>
          </p:nvPr>
        </p:nvSpPr>
        <p:spPr>
          <a:xfrm>
            <a:off x="1586800" y="130700"/>
            <a:ext cx="9018300" cy="670800"/>
          </a:xfrm>
          <a:prstGeom prst="rect">
            <a:avLst/>
          </a:prstGeom>
          <a:noFill/>
          <a:ln>
            <a:noFill/>
          </a:ln>
        </p:spPr>
        <p:txBody>
          <a:bodyPr spcFirstLastPara="1" wrap="square" lIns="121900" tIns="121900" rIns="121900" bIns="121900" anchor="t" anchorCtr="0">
            <a:noAutofit/>
          </a:bodyPr>
          <a:lstStyle/>
          <a:p>
            <a:pPr marL="0" lvl="0" indent="0" algn="ctr" rtl="0">
              <a:lnSpc>
                <a:spcPct val="100000"/>
              </a:lnSpc>
              <a:spcBef>
                <a:spcPts val="0"/>
              </a:spcBef>
              <a:spcAft>
                <a:spcPts val="0"/>
              </a:spcAft>
              <a:buSzPts val="1800"/>
              <a:buNone/>
            </a:pPr>
            <a:r>
              <a:rPr lang="en" sz="4000"/>
              <a:t>Conclusions</a:t>
            </a:r>
            <a:endParaRPr sz="4000"/>
          </a:p>
        </p:txBody>
      </p:sp>
      <p:sp>
        <p:nvSpPr>
          <p:cNvPr id="325" name="Google Shape;325;p41"/>
          <p:cNvSpPr txBox="1"/>
          <p:nvPr/>
        </p:nvSpPr>
        <p:spPr>
          <a:xfrm>
            <a:off x="1675000" y="1390575"/>
            <a:ext cx="8930400" cy="1435800"/>
          </a:xfrm>
          <a:prstGeom prst="rect">
            <a:avLst/>
          </a:prstGeom>
          <a:solidFill>
            <a:srgbClr val="D8D8D8">
              <a:alpha val="76080"/>
            </a:srgbClr>
          </a:solidFill>
          <a:ln w="114300" cap="rnd" cmpd="sng">
            <a:solidFill>
              <a:srgbClr val="00B2FF"/>
            </a:solidFill>
            <a:prstDash val="solid"/>
            <a:miter lim="8000"/>
            <a:headEnd type="none" w="sm" len="sm"/>
            <a:tailEnd type="none" w="sm" len="sm"/>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None/>
            </a:pPr>
            <a:r>
              <a:rPr lang="en" sz="2400"/>
              <a:t>Statistically significant peaks in wind speed and in wave height at daily and annual frequencies</a:t>
            </a:r>
            <a:endParaRPr sz="3200" b="0" i="0" u="none" strike="noStrike" cap="none">
              <a:solidFill>
                <a:srgbClr val="000000"/>
              </a:solidFill>
              <a:latin typeface="Arial"/>
              <a:ea typeface="Arial"/>
              <a:cs typeface="Arial"/>
              <a:sym typeface="Arial"/>
            </a:endParaRPr>
          </a:p>
        </p:txBody>
      </p:sp>
      <p:sp>
        <p:nvSpPr>
          <p:cNvPr id="326" name="Google Shape;326;p41"/>
          <p:cNvSpPr txBox="1">
            <a:spLocks noGrp="1"/>
          </p:cNvSpPr>
          <p:nvPr>
            <p:ph type="sldNum" idx="12"/>
          </p:nvPr>
        </p:nvSpPr>
        <p:spPr>
          <a:xfrm>
            <a:off x="5730212" y="6333135"/>
            <a:ext cx="731700" cy="524700"/>
          </a:xfrm>
          <a:prstGeom prst="rect">
            <a:avLst/>
          </a:prstGeom>
          <a:noFill/>
          <a:ln>
            <a:noFill/>
          </a:ln>
        </p:spPr>
        <p:txBody>
          <a:bodyPr spcFirstLastPara="1" wrap="square" lIns="121900" tIns="121900" rIns="121900" bIns="121900" anchor="t" anchorCtr="0">
            <a:noAutofit/>
          </a:bodyPr>
          <a:lstStyle/>
          <a:p>
            <a:pPr marL="0" lvl="0" indent="0" algn="ctr" rtl="0">
              <a:lnSpc>
                <a:spcPct val="100000"/>
              </a:lnSpc>
              <a:spcBef>
                <a:spcPts val="0"/>
              </a:spcBef>
              <a:spcAft>
                <a:spcPts val="0"/>
              </a:spcAft>
              <a:buSzPts val="1000"/>
              <a:buNone/>
            </a:pPr>
            <a:fld id="{00000000-1234-1234-1234-123412341234}" type="slidenum">
              <a:rPr lang="en"/>
              <a:t>34</a:t>
            </a:fld>
            <a:endParaRPr/>
          </a:p>
        </p:txBody>
      </p:sp>
      <p:sp>
        <p:nvSpPr>
          <p:cNvPr id="327" name="Google Shape;327;p41"/>
          <p:cNvSpPr txBox="1"/>
          <p:nvPr/>
        </p:nvSpPr>
        <p:spPr>
          <a:xfrm>
            <a:off x="1675000" y="3219375"/>
            <a:ext cx="8930400" cy="1435800"/>
          </a:xfrm>
          <a:prstGeom prst="rect">
            <a:avLst/>
          </a:prstGeom>
          <a:solidFill>
            <a:srgbClr val="D8D8D8">
              <a:alpha val="76080"/>
            </a:srgbClr>
          </a:solidFill>
          <a:ln w="114300" cap="rnd" cmpd="sng">
            <a:solidFill>
              <a:srgbClr val="00B2FF"/>
            </a:solidFill>
            <a:prstDash val="solid"/>
            <a:miter lim="8000"/>
            <a:headEnd type="none" w="sm" len="sm"/>
            <a:tailEnd type="none" w="sm" len="sm"/>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None/>
            </a:pPr>
            <a:r>
              <a:rPr lang="en" sz="2400"/>
              <a:t>Very high coherence (&gt;0.9) between wind speed and wave height at </a:t>
            </a:r>
            <a:r>
              <a:rPr lang="en" sz="2400" b="1"/>
              <a:t>daily</a:t>
            </a:r>
            <a:r>
              <a:rPr lang="en" sz="2400"/>
              <a:t>, </a:t>
            </a:r>
            <a:r>
              <a:rPr lang="en" sz="2400" b="1"/>
              <a:t>annual</a:t>
            </a:r>
            <a:r>
              <a:rPr lang="en" sz="2400"/>
              <a:t>, and sub-daily frequencies</a:t>
            </a:r>
            <a:endParaRPr sz="3200" b="0" i="0" u="none" strike="noStrike" cap="none">
              <a:solidFill>
                <a:srgbClr val="000000"/>
              </a:solidFill>
              <a:latin typeface="Arial"/>
              <a:ea typeface="Arial"/>
              <a:cs typeface="Arial"/>
              <a:sym typeface="Arial"/>
            </a:endParaRPr>
          </a:p>
        </p:txBody>
      </p:sp>
      <p:sp>
        <p:nvSpPr>
          <p:cNvPr id="328" name="Google Shape;328;p41"/>
          <p:cNvSpPr txBox="1"/>
          <p:nvPr/>
        </p:nvSpPr>
        <p:spPr>
          <a:xfrm>
            <a:off x="1675000" y="5048175"/>
            <a:ext cx="8930400" cy="1435800"/>
          </a:xfrm>
          <a:prstGeom prst="rect">
            <a:avLst/>
          </a:prstGeom>
          <a:solidFill>
            <a:srgbClr val="D8D8D8">
              <a:alpha val="76080"/>
            </a:srgbClr>
          </a:solidFill>
          <a:ln w="114300" cap="rnd" cmpd="sng">
            <a:solidFill>
              <a:srgbClr val="00B2FF"/>
            </a:solidFill>
            <a:prstDash val="solid"/>
            <a:miter lim="8000"/>
            <a:headEnd type="none" w="sm" len="sm"/>
            <a:tailEnd type="none" w="sm" len="sm"/>
          </a:ln>
        </p:spPr>
        <p:txBody>
          <a:bodyPr spcFirstLastPara="1" wrap="square" lIns="121900" tIns="121900" rIns="121900" bIns="121900" anchor="ctr" anchorCtr="0">
            <a:noAutofit/>
          </a:bodyPr>
          <a:lstStyle/>
          <a:p>
            <a:pPr marL="0" marR="0" lvl="0" indent="0" algn="ctr" rtl="0">
              <a:lnSpc>
                <a:spcPct val="115000"/>
              </a:lnSpc>
              <a:spcBef>
                <a:spcPts val="0"/>
              </a:spcBef>
              <a:spcAft>
                <a:spcPts val="0"/>
              </a:spcAft>
              <a:buNone/>
            </a:pPr>
            <a:r>
              <a:rPr lang="en" sz="2400" b="1"/>
              <a:t>Wind lags waves</a:t>
            </a:r>
            <a:r>
              <a:rPr lang="en" sz="2400"/>
              <a:t> at the </a:t>
            </a:r>
            <a:r>
              <a:rPr lang="en" sz="2400" b="1"/>
              <a:t>annual </a:t>
            </a:r>
            <a:r>
              <a:rPr lang="en" sz="2400"/>
              <a:t>frequency and </a:t>
            </a:r>
            <a:r>
              <a:rPr lang="en" sz="2400" b="1"/>
              <a:t>waves lag wind</a:t>
            </a:r>
            <a:r>
              <a:rPr lang="en" sz="2400"/>
              <a:t> at the </a:t>
            </a:r>
            <a:r>
              <a:rPr lang="en" sz="2400" b="1"/>
              <a:t>daily</a:t>
            </a:r>
            <a:r>
              <a:rPr lang="en" sz="2400"/>
              <a:t> frequency</a:t>
            </a:r>
            <a:endParaRPr sz="32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Banquo template">
  <a:themeElements>
    <a:clrScheme name="Custom 347">
      <a:dk1>
        <a:srgbClr val="000000"/>
      </a:dk1>
      <a:lt1>
        <a:srgbClr val="FFFFFF"/>
      </a:lt1>
      <a:dk2>
        <a:srgbClr val="595959"/>
      </a:dk2>
      <a:lt2>
        <a:srgbClr val="D8D8D8"/>
      </a:lt2>
      <a:accent1>
        <a:srgbClr val="00B2FF"/>
      </a:accent1>
      <a:accent2>
        <a:srgbClr val="99B6E9"/>
      </a:accent2>
      <a:accent3>
        <a:srgbClr val="3C78D8"/>
      </a:accent3>
      <a:accent4>
        <a:srgbClr val="1C4587"/>
      </a:accent4>
      <a:accent5>
        <a:srgbClr val="8B81D2"/>
      </a:accent5>
      <a:accent6>
        <a:srgbClr val="231F20"/>
      </a:accent6>
      <a:hlink>
        <a:srgbClr val="00B2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2276</Words>
  <Application>Microsoft Macintosh PowerPoint</Application>
  <PresentationFormat>Widescreen</PresentationFormat>
  <Paragraphs>347</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Courier New</vt:lpstr>
      <vt:lpstr>Georgia</vt:lpstr>
      <vt:lpstr>Banquo template</vt:lpstr>
      <vt:lpstr>Are Wind Speed    and Wave Height Coherent?</vt:lpstr>
      <vt:lpstr>National Data Buoy Center 46026 37.7N, 122.8W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Just for fun</vt:lpstr>
      <vt:lpstr>PowerPoint Presentation</vt:lpstr>
      <vt:lpstr>PowerPoint Presentation</vt:lpstr>
      <vt:lpstr>Conclusions</vt:lpstr>
      <vt:lpstr>Conclusions</vt:lpstr>
      <vt:lpstr>Conclusions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 Wind Speed    and Wave Height Coherent?</dc:title>
  <cp:lastModifiedBy>Alford, Matthew</cp:lastModifiedBy>
  <cp:revision>2</cp:revision>
  <dcterms:modified xsi:type="dcterms:W3CDTF">2022-11-21T20:34:23Z</dcterms:modified>
</cp:coreProperties>
</file>